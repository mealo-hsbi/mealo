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758" r:id="rId4"/>
  </p:sldMasterIdLst>
  <p:notesMasterIdLst>
    <p:notesMasterId r:id="rId20"/>
  </p:notesMasterIdLst>
  <p:handoutMasterIdLst>
    <p:handoutMasterId r:id="rId21"/>
  </p:handoutMasterIdLst>
  <p:sldIdLst>
    <p:sldId id="256" r:id="rId5"/>
    <p:sldId id="257" r:id="rId6"/>
    <p:sldId id="300" r:id="rId7"/>
    <p:sldId id="332" r:id="rId8"/>
    <p:sldId id="333" r:id="rId9"/>
    <p:sldId id="360" r:id="rId10"/>
    <p:sldId id="361" r:id="rId11"/>
    <p:sldId id="362" r:id="rId12"/>
    <p:sldId id="363" r:id="rId13"/>
    <p:sldId id="364" r:id="rId14"/>
    <p:sldId id="368" r:id="rId15"/>
    <p:sldId id="369" r:id="rId16"/>
    <p:sldId id="301" r:id="rId17"/>
    <p:sldId id="366" r:id="rId18"/>
    <p:sldId id="367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el und Agenda" id="{01670DA1-0965-47A8-8905-5DA15E7FF2DB}">
          <p14:sldIdLst>
            <p14:sldId id="256"/>
            <p14:sldId id="257"/>
          </p14:sldIdLst>
        </p14:section>
        <p14:section name="Projektüberblick und Grundlagen" id="{A9F4C317-4107-44E9-A9CE-EFE1E8B65DFD}">
          <p14:sldIdLst>
            <p14:sldId id="300"/>
            <p14:sldId id="332"/>
            <p14:sldId id="333"/>
            <p14:sldId id="360"/>
            <p14:sldId id="361"/>
            <p14:sldId id="362"/>
            <p14:sldId id="363"/>
            <p14:sldId id="364"/>
            <p14:sldId id="368"/>
            <p14:sldId id="369"/>
          </p14:sldIdLst>
        </p14:section>
        <p14:section name="Anforderungsanalyse" id="{13805DA1-2069-4BC9-A062-C7D97EACDFC8}">
          <p14:sldIdLst>
            <p14:sldId id="301"/>
            <p14:sldId id="366"/>
            <p14:sldId id="367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4" name="Autor" initials="A" lastIdx="0" clrIdx="3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8206E"/>
    <a:srgbClr val="DD3545"/>
    <a:srgbClr val="27A645"/>
    <a:srgbClr val="333A40"/>
    <a:srgbClr val="8593A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Helle Formatvorlage 2 - Akz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7E9639D4-E3E2-4D34-9284-5A2195B3D0D7}" styleName="Helle Formatvorlag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3C2FFA5D-87B4-456A-9821-1D502468CF0F}" styleName="Designformatvorlage 1 - Akz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A111915-BE36-4E01-A7E5-04B1672EAD32}" styleName="Helle Formatvorlage 2 - Akz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D113A9D2-9D6B-4929-AA2D-F23B5EE8CBE7}" styleName="Designformatvorlage 2 - Akz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21" autoAdjust="0"/>
    <p:restoredTop sz="94660"/>
  </p:normalViewPr>
  <p:slideViewPr>
    <p:cSldViewPr snapToGrid="0">
      <p:cViewPr varScale="1">
        <p:scale>
          <a:sx n="64" d="100"/>
          <a:sy n="64" d="100"/>
        </p:scale>
        <p:origin x="112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commentAuthors" Target="commentAuthors.xml"/><Relationship Id="rId27" Type="http://schemas.microsoft.com/office/2018/10/relationships/authors" Target="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 1">
            <a:extLst>
              <a:ext uri="{FF2B5EF4-FFF2-40B4-BE49-F238E27FC236}">
                <a16:creationId xmlns:a16="http://schemas.microsoft.com/office/drawing/2014/main" id="{7FB8B65A-D69F-C26C-B67E-036EF77BF1F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de-DE" sz="1200"/>
            </a:lvl1pPr>
          </a:lstStyle>
          <a:p>
            <a:pPr rtl="0"/>
            <a:endParaRPr lang="de-DE"/>
          </a:p>
        </p:txBody>
      </p:sp>
      <p:sp>
        <p:nvSpPr>
          <p:cNvPr id="3" name="Datumsplatzhalter 2">
            <a:extLst>
              <a:ext uri="{FF2B5EF4-FFF2-40B4-BE49-F238E27FC236}">
                <a16:creationId xmlns:a16="http://schemas.microsoft.com/office/drawing/2014/main" id="{652B9064-AE57-427F-E5AF-71DE7D52FE6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de-DE" sz="1200"/>
            </a:lvl1pPr>
          </a:lstStyle>
          <a:p>
            <a:pPr rtl="0"/>
            <a:fld id="{664C4DC0-9876-4E6F-9F41-5927D213A67E}" type="datetime1">
              <a:rPr lang="de-DE" smtClean="0"/>
              <a:t>01.07.2025</a:t>
            </a:fld>
            <a:endParaRPr lang="de-DE"/>
          </a:p>
        </p:txBody>
      </p:sp>
      <p:sp>
        <p:nvSpPr>
          <p:cNvPr id="4" name="Fußzeilenplatzhalter 3">
            <a:extLst>
              <a:ext uri="{FF2B5EF4-FFF2-40B4-BE49-F238E27FC236}">
                <a16:creationId xmlns:a16="http://schemas.microsoft.com/office/drawing/2014/main" id="{8186157A-CEB9-B0FC-3A49-BE950AEAD6F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de-DE" sz="1200"/>
            </a:lvl1pPr>
          </a:lstStyle>
          <a:p>
            <a:pPr rtl="0"/>
            <a:endParaRPr lang="de-DE"/>
          </a:p>
        </p:txBody>
      </p:sp>
      <p:sp>
        <p:nvSpPr>
          <p:cNvPr id="5" name="Foliennummernplatzhalter 4">
            <a:extLst>
              <a:ext uri="{FF2B5EF4-FFF2-40B4-BE49-F238E27FC236}">
                <a16:creationId xmlns:a16="http://schemas.microsoft.com/office/drawing/2014/main" id="{E0819CA0-A57D-42D7-A625-56C22D0FA7C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de-DE" sz="1200"/>
            </a:lvl1pPr>
          </a:lstStyle>
          <a:p>
            <a:pPr rtl="0"/>
            <a:fld id="{EAFF3A6F-DEFA-45E0-9496-BEE7C2C6F3D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0600222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 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de-DE" sz="1200"/>
            </a:lvl1pPr>
          </a:lstStyle>
          <a:p>
            <a:pPr rtl="0"/>
            <a:endParaRPr lang="de-DE"/>
          </a:p>
        </p:txBody>
      </p:sp>
      <p:sp>
        <p:nvSpPr>
          <p:cNvPr id="3" name="Datumsplatzhalter 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de-DE" sz="1200"/>
            </a:lvl1pPr>
          </a:lstStyle>
          <a:p>
            <a:pPr rtl="0"/>
            <a:fld id="{2C2EA0FA-C0C7-43B0-9915-13FE01CBAEE6}" type="datetime1">
              <a:rPr lang="de-DE" smtClean="0"/>
              <a:t>01.07.2025</a:t>
            </a:fld>
            <a:endParaRPr lang="de-DE"/>
          </a:p>
        </p:txBody>
      </p:sp>
      <p:sp>
        <p:nvSpPr>
          <p:cNvPr id="4" name="Folienbildplatzhalter 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>
            <a:defPPr>
              <a:defRPr lang="de-DE"/>
            </a:defPPr>
          </a:lstStyle>
          <a:p>
            <a:pPr rtl="0"/>
            <a:endParaRPr lang="de-DE"/>
          </a:p>
        </p:txBody>
      </p:sp>
      <p:sp>
        <p:nvSpPr>
          <p:cNvPr id="5" name="Notizenplatzhalter 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defPPr>
              <a:defRPr lang="de-DE"/>
            </a:defPPr>
          </a:lstStyle>
          <a:p>
            <a:pPr lvl="0" rtl="0"/>
            <a:r>
              <a:rPr lang="de-DE"/>
              <a:t>Klicken, um Mastertextformatvorlagen zu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6" name="Fußzeilenplatzhalter 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de-DE" sz="1200"/>
            </a:lvl1pPr>
          </a:lstStyle>
          <a:p>
            <a:pPr rtl="0"/>
            <a:endParaRPr lang="de-DE"/>
          </a:p>
        </p:txBody>
      </p:sp>
      <p:sp>
        <p:nvSpPr>
          <p:cNvPr id="7" name="Foliennummernplatzhalter 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de-DE" sz="1200"/>
            </a:lvl1pPr>
          </a:lstStyle>
          <a:p>
            <a:pPr rtl="0"/>
            <a:fld id="{F97DC217-DF71-1A49-B3EA-559F1F43B0F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4642520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 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 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/>
          </a:p>
        </p:txBody>
      </p:sp>
      <p:sp>
        <p:nvSpPr>
          <p:cNvPr id="4" name="Foliennummernplatzhalter 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F97DC217-DF71-1A49-B3EA-559F1F43B0FF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693858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 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 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/>
          </a:p>
        </p:txBody>
      </p:sp>
      <p:sp>
        <p:nvSpPr>
          <p:cNvPr id="4" name="Foliennummernplatzhalter 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F97DC217-DF71-1A49-B3EA-559F1F43B0FF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152478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 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 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/>
          </a:p>
        </p:txBody>
      </p:sp>
      <p:sp>
        <p:nvSpPr>
          <p:cNvPr id="4" name="Foliennummernplatzhalter 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F97DC217-DF71-1A49-B3EA-559F1F43B0FF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935313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04A877-D3A8-2C04-F04A-318AA82E7D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 1">
            <a:extLst>
              <a:ext uri="{FF2B5EF4-FFF2-40B4-BE49-F238E27FC236}">
                <a16:creationId xmlns:a16="http://schemas.microsoft.com/office/drawing/2014/main" id="{B63DAB41-5686-D4A9-A9AE-70CAFE9CD1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 2">
            <a:extLst>
              <a:ext uri="{FF2B5EF4-FFF2-40B4-BE49-F238E27FC236}">
                <a16:creationId xmlns:a16="http://schemas.microsoft.com/office/drawing/2014/main" id="{4D8D9303-33A2-EB95-A03C-8170560989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/>
          </a:p>
        </p:txBody>
      </p:sp>
      <p:sp>
        <p:nvSpPr>
          <p:cNvPr id="4" name="Foliennummernplatzhalter 3">
            <a:extLst>
              <a:ext uri="{FF2B5EF4-FFF2-40B4-BE49-F238E27FC236}">
                <a16:creationId xmlns:a16="http://schemas.microsoft.com/office/drawing/2014/main" id="{0864A9F3-EE74-4A3C-2E11-CF6F6F8740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F97DC217-DF71-1A49-B3EA-559F1F43B0FF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093667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0488F8-810D-B537-D1D1-A59F7BD2F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 1">
            <a:extLst>
              <a:ext uri="{FF2B5EF4-FFF2-40B4-BE49-F238E27FC236}">
                <a16:creationId xmlns:a16="http://schemas.microsoft.com/office/drawing/2014/main" id="{93B5DBD3-DE99-5B2A-4134-46E485D16B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 2">
            <a:extLst>
              <a:ext uri="{FF2B5EF4-FFF2-40B4-BE49-F238E27FC236}">
                <a16:creationId xmlns:a16="http://schemas.microsoft.com/office/drawing/2014/main" id="{056CA42F-E5D6-0A8B-6110-78D7992B7C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/>
          </a:p>
        </p:txBody>
      </p:sp>
      <p:sp>
        <p:nvSpPr>
          <p:cNvPr id="4" name="Foliennummernplatzhalter 3">
            <a:extLst>
              <a:ext uri="{FF2B5EF4-FFF2-40B4-BE49-F238E27FC236}">
                <a16:creationId xmlns:a16="http://schemas.microsoft.com/office/drawing/2014/main" id="{5524226C-74EE-9B80-5491-7BF5B8B773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F97DC217-DF71-1A49-B3EA-559F1F43B0FF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3318749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 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 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/>
          </a:p>
        </p:txBody>
      </p:sp>
      <p:sp>
        <p:nvSpPr>
          <p:cNvPr id="4" name="Foliennummernplatzhalter 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F97DC217-DF71-1A49-B3EA-559F1F43B0FF}" type="slidenum">
              <a:rPr lang="de-DE" smtClean="0"/>
              <a:t>13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021252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de-DE"/>
              <a:t>08.09.20XX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294A09A9-5501-47C1-A89A-A340965A2BE2}" type="slidenum">
              <a:rPr lang="de-DE" smtClean="0"/>
              <a:pPr rtl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59652065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de-DE"/>
              <a:t>08.09.20XX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294A09A9-5501-47C1-A89A-A340965A2BE2}" type="slidenum">
              <a:rPr lang="de-DE" smtClean="0"/>
              <a:pPr rtl="0"/>
              <a:t>‹Nr.›</a:t>
            </a:fld>
            <a:endParaRPr lang="de-DE"/>
          </a:p>
        </p:txBody>
      </p:sp>
      <p:grpSp>
        <p:nvGrpSpPr>
          <p:cNvPr id="7" name="Gruppe 12">
            <a:extLst>
              <a:ext uri="{FF2B5EF4-FFF2-40B4-BE49-F238E27FC236}">
                <a16:creationId xmlns:a16="http://schemas.microsoft.com/office/drawing/2014/main" id="{CDE13B2B-A84A-9EFE-0F52-0E4EB8F223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" y="0"/>
            <a:ext cx="12191999" cy="6858000"/>
            <a:chOff x="1" y="0"/>
            <a:chExt cx="12191999" cy="6858000"/>
          </a:xfrm>
        </p:grpSpPr>
        <p:sp>
          <p:nvSpPr>
            <p:cNvPr id="8" name="Freihandform 3">
              <a:extLst>
                <a:ext uri="{FF2B5EF4-FFF2-40B4-BE49-F238E27FC236}">
                  <a16:creationId xmlns:a16="http://schemas.microsoft.com/office/drawing/2014/main" id="{E5966171-9B69-9273-35ED-0707D8CC15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flipH="1">
              <a:off x="8580896" y="1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0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lnTo>
                    <a:pt x="1167493" y="0"/>
                  </a:lnTo>
                  <a:cubicBezTo>
                    <a:pt x="522704" y="0"/>
                    <a:pt x="0" y="522704"/>
                    <a:pt x="0" y="11674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/>
            </a:p>
          </p:txBody>
        </p:sp>
        <p:sp>
          <p:nvSpPr>
            <p:cNvPr id="9" name="Freihandform 4">
              <a:extLst>
                <a:ext uri="{FF2B5EF4-FFF2-40B4-BE49-F238E27FC236}">
                  <a16:creationId xmlns:a16="http://schemas.microsoft.com/office/drawing/2014/main" id="{DD9B6D61-F3C7-3130-7CA6-D49E7B379E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flipH="1">
              <a:off x="8580896" y="3246896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>
                <a:latin typeface="+mn-lt"/>
              </a:endParaRPr>
            </a:p>
          </p:txBody>
        </p:sp>
        <p:sp>
          <p:nvSpPr>
            <p:cNvPr id="10" name="Freihandform 5">
              <a:extLst>
                <a:ext uri="{FF2B5EF4-FFF2-40B4-BE49-F238E27FC236}">
                  <a16:creationId xmlns:a16="http://schemas.microsoft.com/office/drawing/2014/main" id="{414700A0-3693-B42F-2CA5-6A0BD5C2DC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" y="0"/>
              <a:ext cx="933856" cy="933856"/>
            </a:xfrm>
            <a:custGeom>
              <a:avLst/>
              <a:gdLst>
                <a:gd name="connsiteX0" fmla="*/ 0 w 862693"/>
                <a:gd name="connsiteY0" fmla="*/ 0 h 862693"/>
                <a:gd name="connsiteX1" fmla="*/ 862693 w 862693"/>
                <a:gd name="connsiteY1" fmla="*/ 0 h 862693"/>
                <a:gd name="connsiteX2" fmla="*/ 0 w 862693"/>
                <a:gd name="connsiteY2" fmla="*/ 862693 h 862693"/>
                <a:gd name="connsiteX3" fmla="*/ 0 w 862693"/>
                <a:gd name="connsiteY3" fmla="*/ 0 h 862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2693" h="862693">
                  <a:moveTo>
                    <a:pt x="0" y="0"/>
                  </a:moveTo>
                  <a:lnTo>
                    <a:pt x="862693" y="0"/>
                  </a:lnTo>
                  <a:cubicBezTo>
                    <a:pt x="862693" y="476453"/>
                    <a:pt x="476452" y="862693"/>
                    <a:pt x="0" y="8626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/>
            </a:p>
          </p:txBody>
        </p:sp>
        <p:grpSp>
          <p:nvGrpSpPr>
            <p:cNvPr id="11" name="Gruppe 8">
              <a:extLst>
                <a:ext uri="{FF2B5EF4-FFF2-40B4-BE49-F238E27FC236}">
                  <a16:creationId xmlns:a16="http://schemas.microsoft.com/office/drawing/2014/main" id="{120D950D-4AF2-7E69-77D8-3C26CE09A1F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 userDrawn="1"/>
          </p:nvGrpSpPr>
          <p:grpSpPr>
            <a:xfrm>
              <a:off x="8082092" y="5590903"/>
              <a:ext cx="1572380" cy="1267097"/>
              <a:chOff x="7413403" y="4976359"/>
              <a:chExt cx="2334986" cy="1881641"/>
            </a:xfrm>
          </p:grpSpPr>
          <p:sp>
            <p:nvSpPr>
              <p:cNvPr id="12" name="Freihandform 6">
                <a:extLst>
                  <a:ext uri="{FF2B5EF4-FFF2-40B4-BE49-F238E27FC236}">
                    <a16:creationId xmlns:a16="http://schemas.microsoft.com/office/drawing/2014/main" id="{FA86A8A2-3F74-6424-3BED-B0BAA2C90F06}"/>
                  </a:ext>
                </a:extLst>
              </p:cNvPr>
              <p:cNvSpPr/>
              <p:nvPr userDrawn="1"/>
            </p:nvSpPr>
            <p:spPr>
              <a:xfrm rot="5400000" flipH="1" flipV="1">
                <a:off x="8223822" y="5333433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de-DE"/>
                </a:defPPr>
              </a:lstStyle>
              <a:p>
                <a:pPr algn="ctr" rtl="0"/>
                <a:endParaRPr lang="de-DE">
                  <a:latin typeface="+mn-lt"/>
                </a:endParaRPr>
              </a:p>
            </p:txBody>
          </p:sp>
          <p:sp>
            <p:nvSpPr>
              <p:cNvPr id="13" name="Freihandform 7">
                <a:extLst>
                  <a:ext uri="{FF2B5EF4-FFF2-40B4-BE49-F238E27FC236}">
                    <a16:creationId xmlns:a16="http://schemas.microsoft.com/office/drawing/2014/main" id="{67CCEE34-2EA6-49EC-B340-D1D79A23482C}"/>
                  </a:ext>
                </a:extLst>
              </p:cNvPr>
              <p:cNvSpPr/>
              <p:nvPr userDrawn="1"/>
            </p:nvSpPr>
            <p:spPr>
              <a:xfrm rot="16200000" flipV="1">
                <a:off x="7056329" y="5333433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de-DE"/>
                </a:defPPr>
              </a:lstStyle>
              <a:p>
                <a:pPr algn="ctr" rtl="0"/>
                <a:endParaRPr lang="de-DE">
                  <a:latin typeface="+mn-lt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1542077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de-DE"/>
              <a:t>08.09.20XX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294A09A9-5501-47C1-A89A-A340965A2BE2}" type="slidenum">
              <a:rPr lang="de-DE" smtClean="0"/>
              <a:pPr rtl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06802799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de-DE"/>
              <a:t>08.09.20XX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294A09A9-5501-47C1-A89A-A340965A2BE2}" type="slidenum">
              <a:rPr lang="de-DE" smtClean="0"/>
              <a:pPr rtl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28630867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de-DE"/>
              <a:t>08.09.20XX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294A09A9-5501-47C1-A89A-A340965A2BE2}" type="slidenum">
              <a:rPr lang="de-DE" smtClean="0"/>
              <a:pPr rtl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38874206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de-DE"/>
              <a:t>08.09.20XX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294A09A9-5501-47C1-A89A-A340965A2BE2}" type="slidenum">
              <a:rPr lang="de-DE" smtClean="0"/>
              <a:pPr rtl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39119657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de-DE"/>
              <a:t>08.09.20XX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294A09A9-5501-47C1-A89A-A340965A2BE2}" type="slidenum">
              <a:rPr lang="de-DE" smtClean="0"/>
              <a:pPr rtl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42333016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de-DE"/>
              <a:t>08.09.20XX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294A09A9-5501-47C1-A89A-A340965A2BE2}" type="slidenum">
              <a:rPr lang="de-DE" smtClean="0"/>
              <a:pPr rtl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00611202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de-DE"/>
              <a:t>08.09.20XX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294A09A9-5501-47C1-A89A-A340965A2BE2}" type="slidenum">
              <a:rPr lang="de-DE" smtClean="0"/>
              <a:pPr rtl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08899038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de-DE"/>
              <a:t>08.09.20XX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294A09A9-5501-47C1-A89A-A340965A2BE2}" type="slidenum">
              <a:rPr lang="de-DE" smtClean="0"/>
              <a:pPr rtl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63187041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de-DE"/>
              <a:t>08.09.20XX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294A09A9-5501-47C1-A89A-A340965A2BE2}" type="slidenum">
              <a:rPr lang="de-DE" smtClean="0"/>
              <a:pPr rtl="0"/>
              <a:t>‹Nr.›</a:t>
            </a:fld>
            <a:endParaRPr lang="de-DE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576677320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de-DE"/>
              <a:t>08.09.20XX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294A09A9-5501-47C1-A89A-A340965A2BE2}" type="slidenum">
              <a:rPr lang="de-DE" smtClean="0"/>
              <a:pPr rtl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92840036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 für Zi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de-DE"/>
              <a:t>08.09.20XX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294A09A9-5501-47C1-A89A-A340965A2BE2}" type="slidenum">
              <a:rPr lang="de-DE" smtClean="0"/>
              <a:pPr rtl="0"/>
              <a:t>‹Nr.›</a:t>
            </a:fld>
            <a:endParaRPr lang="de-DE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402272987"/>
      </p:ext>
    </p:extLst>
  </p:cSld>
  <p:clrMapOvr>
    <a:masterClrMapping/>
  </p:clrMapOvr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ahr oder Fals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de-DE"/>
              <a:t>08.09.20XX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294A09A9-5501-47C1-A89A-A340965A2BE2}" type="slidenum">
              <a:rPr lang="de-DE" smtClean="0"/>
              <a:pPr rtl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44265086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de-DE"/>
              <a:t>08.09.20XX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294A09A9-5501-47C1-A89A-A340965A2BE2}" type="slidenum">
              <a:rPr lang="de-DE" smtClean="0"/>
              <a:pPr rtl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23735927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de-DE"/>
              <a:t>08.09.20XX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294A09A9-5501-47C1-A89A-A340965A2BE2}" type="slidenum">
              <a:rPr lang="de-DE" smtClean="0"/>
              <a:pPr rtl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77789982"/>
      </p:ext>
    </p:extLst>
  </p:cSld>
  <p:clrMapOvr>
    <a:masterClrMapping/>
  </p:clrMapOvr>
  <p:hf sldNum="0"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el und rechtes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uppe 12">
            <a:extLst>
              <a:ext uri="{FF2B5EF4-FFF2-40B4-BE49-F238E27FC236}">
                <a16:creationId xmlns:a16="http://schemas.microsoft.com/office/drawing/2014/main" id="{AC10D125-AB73-D276-4947-94204736A3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>
            <a:off x="1" y="0"/>
            <a:ext cx="12191999" cy="6858000"/>
            <a:chOff x="1" y="0"/>
            <a:chExt cx="12191999" cy="6858000"/>
          </a:xfrm>
        </p:grpSpPr>
        <p:sp>
          <p:nvSpPr>
            <p:cNvPr id="4" name="Freihandform 3">
              <a:extLst>
                <a:ext uri="{FF2B5EF4-FFF2-40B4-BE49-F238E27FC236}">
                  <a16:creationId xmlns:a16="http://schemas.microsoft.com/office/drawing/2014/main" id="{6A7F6A3F-E1DD-A246-9A6D-5F9B18BA25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flipH="1">
              <a:off x="8580896" y="1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0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lnTo>
                    <a:pt x="1167493" y="0"/>
                  </a:lnTo>
                  <a:cubicBezTo>
                    <a:pt x="522704" y="0"/>
                    <a:pt x="0" y="522704"/>
                    <a:pt x="0" y="11674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/>
            </a:p>
          </p:txBody>
        </p:sp>
        <p:sp>
          <p:nvSpPr>
            <p:cNvPr id="5" name="Freihandform 4">
              <a:extLst>
                <a:ext uri="{FF2B5EF4-FFF2-40B4-BE49-F238E27FC236}">
                  <a16:creationId xmlns:a16="http://schemas.microsoft.com/office/drawing/2014/main" id="{055FD0FC-C8FF-6741-A364-A29CDC6F94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flipH="1">
              <a:off x="8580896" y="3246896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>
                <a:latin typeface="+mn-lt"/>
              </a:endParaRPr>
            </a:p>
          </p:txBody>
        </p:sp>
        <p:sp>
          <p:nvSpPr>
            <p:cNvPr id="6" name="Freihandform 5">
              <a:extLst>
                <a:ext uri="{FF2B5EF4-FFF2-40B4-BE49-F238E27FC236}">
                  <a16:creationId xmlns:a16="http://schemas.microsoft.com/office/drawing/2014/main" id="{D11C9832-A021-954E-A34F-2988D1189A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" y="0"/>
              <a:ext cx="933856" cy="933856"/>
            </a:xfrm>
            <a:custGeom>
              <a:avLst/>
              <a:gdLst>
                <a:gd name="connsiteX0" fmla="*/ 0 w 862693"/>
                <a:gd name="connsiteY0" fmla="*/ 0 h 862693"/>
                <a:gd name="connsiteX1" fmla="*/ 862693 w 862693"/>
                <a:gd name="connsiteY1" fmla="*/ 0 h 862693"/>
                <a:gd name="connsiteX2" fmla="*/ 0 w 862693"/>
                <a:gd name="connsiteY2" fmla="*/ 862693 h 862693"/>
                <a:gd name="connsiteX3" fmla="*/ 0 w 862693"/>
                <a:gd name="connsiteY3" fmla="*/ 0 h 862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2693" h="862693">
                  <a:moveTo>
                    <a:pt x="0" y="0"/>
                  </a:moveTo>
                  <a:lnTo>
                    <a:pt x="862693" y="0"/>
                  </a:lnTo>
                  <a:cubicBezTo>
                    <a:pt x="862693" y="476453"/>
                    <a:pt x="476452" y="862693"/>
                    <a:pt x="0" y="8626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/>
            </a:p>
          </p:txBody>
        </p:sp>
        <p:grpSp>
          <p:nvGrpSpPr>
            <p:cNvPr id="9" name="Gruppe 8">
              <a:extLst>
                <a:ext uri="{FF2B5EF4-FFF2-40B4-BE49-F238E27FC236}">
                  <a16:creationId xmlns:a16="http://schemas.microsoft.com/office/drawing/2014/main" id="{9861BC34-DFBF-2D4F-B463-FCFBC08391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 userDrawn="1"/>
          </p:nvGrpSpPr>
          <p:grpSpPr>
            <a:xfrm>
              <a:off x="8082092" y="5590903"/>
              <a:ext cx="1572380" cy="1267097"/>
              <a:chOff x="7413403" y="4976359"/>
              <a:chExt cx="2334986" cy="1881641"/>
            </a:xfrm>
          </p:grpSpPr>
          <p:sp>
            <p:nvSpPr>
              <p:cNvPr id="7" name="Freihandform 6">
                <a:extLst>
                  <a:ext uri="{FF2B5EF4-FFF2-40B4-BE49-F238E27FC236}">
                    <a16:creationId xmlns:a16="http://schemas.microsoft.com/office/drawing/2014/main" id="{55C37C19-F268-4A43-A0D4-3B1B38D48952}"/>
                  </a:ext>
                </a:extLst>
              </p:cNvPr>
              <p:cNvSpPr/>
              <p:nvPr userDrawn="1"/>
            </p:nvSpPr>
            <p:spPr>
              <a:xfrm rot="5400000" flipH="1" flipV="1">
                <a:off x="8223822" y="5333433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de-DE"/>
                </a:defPPr>
              </a:lstStyle>
              <a:p>
                <a:pPr algn="ctr" rtl="0"/>
                <a:endParaRPr lang="de-DE">
                  <a:latin typeface="+mn-lt"/>
                </a:endParaRPr>
              </a:p>
            </p:txBody>
          </p:sp>
          <p:sp>
            <p:nvSpPr>
              <p:cNvPr id="8" name="Freihandform 7">
                <a:extLst>
                  <a:ext uri="{FF2B5EF4-FFF2-40B4-BE49-F238E27FC236}">
                    <a16:creationId xmlns:a16="http://schemas.microsoft.com/office/drawing/2014/main" id="{E4F760E5-9D5D-E44F-AEBF-20CA8DE87D11}"/>
                  </a:ext>
                </a:extLst>
              </p:cNvPr>
              <p:cNvSpPr/>
              <p:nvPr userDrawn="1"/>
            </p:nvSpPr>
            <p:spPr>
              <a:xfrm rot="16200000" flipV="1">
                <a:off x="7056329" y="5333433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de-DE"/>
                </a:defPPr>
              </a:lstStyle>
              <a:p>
                <a:pPr algn="ctr" rtl="0"/>
                <a:endParaRPr lang="de-DE">
                  <a:latin typeface="+mn-lt"/>
                </a:endParaRPr>
              </a:p>
            </p:txBody>
          </p:sp>
        </p:grpSp>
      </p:grpSp>
      <p:sp>
        <p:nvSpPr>
          <p:cNvPr id="2" name="Titel 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7492" y="1371600"/>
            <a:ext cx="5486400" cy="4114800"/>
          </a:xfrm>
        </p:spPr>
        <p:txBody>
          <a:bodyPr rtlCol="0" anchor="ctr" anchorCtr="0">
            <a:noAutofit/>
          </a:bodyPr>
          <a:lstStyle>
            <a:lvl1pPr>
              <a:defRPr lang="de-DE" sz="6000" b="1">
                <a:latin typeface="+mj-lt"/>
              </a:defRPr>
            </a:lvl1pPr>
          </a:lstStyle>
          <a:p>
            <a:pPr rtl="0"/>
            <a:r>
              <a:rPr lang="de-DE"/>
              <a:t>Titel durch Klicken hinzuzufügen</a:t>
            </a:r>
          </a:p>
        </p:txBody>
      </p:sp>
      <p:sp>
        <p:nvSpPr>
          <p:cNvPr id="15" name="Bildplatzhalter 14">
            <a:extLst>
              <a:ext uri="{FF2B5EF4-FFF2-40B4-BE49-F238E27FC236}">
                <a16:creationId xmlns:a16="http://schemas.microsoft.com/office/drawing/2014/main" id="{3124234B-E1C4-2616-9993-A23142AA69B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83438" y="1168400"/>
            <a:ext cx="4500562" cy="4521200"/>
          </a:xfrm>
          <a:prstGeom prst="ellipse">
            <a:avLst/>
          </a:prstGeom>
          <a:solidFill>
            <a:schemeClr val="accent2"/>
          </a:solidFill>
        </p:spPr>
        <p:txBody>
          <a:bodyPr rtlCol="0"/>
          <a:lstStyle>
            <a:lvl1pPr marL="0" indent="0" algn="ctr">
              <a:buNone/>
              <a:defRPr lang="de-DE" sz="2000"/>
            </a:lvl1pPr>
          </a:lstStyle>
          <a:p>
            <a:pPr rtl="0"/>
            <a:r>
              <a:rPr lang="de-DE"/>
              <a:t>Bild durch Klicken auf Symbol hinzufügen</a:t>
            </a:r>
          </a:p>
        </p:txBody>
      </p:sp>
      <p:sp>
        <p:nvSpPr>
          <p:cNvPr id="10" name="Datumsplatzhalter 3">
            <a:extLst>
              <a:ext uri="{FF2B5EF4-FFF2-40B4-BE49-F238E27FC236}">
                <a16:creationId xmlns:a16="http://schemas.microsoft.com/office/drawing/2014/main" id="{7536C149-3EFE-A94E-902D-57CED00B2C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lang="de-DE" sz="1200">
                <a:solidFill>
                  <a:schemeClr val="accent3"/>
                </a:solidFill>
                <a:latin typeface="+mn-lt"/>
              </a:defRPr>
            </a:lvl1pPr>
          </a:lstStyle>
          <a:p>
            <a:pPr rtl="0"/>
            <a:r>
              <a:rPr lang="de-DE"/>
              <a:t>08.09.20XX</a:t>
            </a:r>
          </a:p>
        </p:txBody>
      </p:sp>
      <p:sp>
        <p:nvSpPr>
          <p:cNvPr id="11" name="Fußzeilenplatzhalter 4">
            <a:extLst>
              <a:ext uri="{FF2B5EF4-FFF2-40B4-BE49-F238E27FC236}">
                <a16:creationId xmlns:a16="http://schemas.microsoft.com/office/drawing/2014/main" id="{53CA1E78-F17D-F34D-9F81-0DBF44F378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lang="de-DE" sz="1200">
                <a:solidFill>
                  <a:schemeClr val="accent3"/>
                </a:solidFill>
                <a:latin typeface="+mn-lt"/>
              </a:defRPr>
            </a:lvl1pPr>
          </a:lstStyle>
          <a:p>
            <a:pPr rtl="0"/>
            <a:endParaRPr lang="de-DE"/>
          </a:p>
        </p:txBody>
      </p:sp>
      <p:sp>
        <p:nvSpPr>
          <p:cNvPr id="12" name="Foliennummernplatzhalter 5">
            <a:extLst>
              <a:ext uri="{FF2B5EF4-FFF2-40B4-BE49-F238E27FC236}">
                <a16:creationId xmlns:a16="http://schemas.microsoft.com/office/drawing/2014/main" id="{1FE54918-A625-F64F-A42E-A427E9B2D4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153276" y="6356350"/>
            <a:ext cx="1657723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lang="de-DE" sz="1200">
                <a:solidFill>
                  <a:schemeClr val="accent2"/>
                </a:solidFill>
                <a:latin typeface="+mn-lt"/>
              </a:defRPr>
            </a:lvl1pPr>
          </a:lstStyle>
          <a:p>
            <a:pPr rtl="0"/>
            <a:fld id="{294A09A9-5501-47C1-A89A-A340965A2BE2}" type="slidenum">
              <a:rPr lang="de-DE" smtClean="0"/>
              <a:pPr rtl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3533456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el und Inhalt 2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pe 1">
            <a:extLst>
              <a:ext uri="{FF2B5EF4-FFF2-40B4-BE49-F238E27FC236}">
                <a16:creationId xmlns:a16="http://schemas.microsoft.com/office/drawing/2014/main" id="{CCEDB282-8288-C81F-52B5-048A3E80C9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-1"/>
            <a:ext cx="12208822" cy="6858003"/>
            <a:chOff x="0" y="-1"/>
            <a:chExt cx="12208822" cy="6858003"/>
          </a:xfrm>
        </p:grpSpPr>
        <p:sp>
          <p:nvSpPr>
            <p:cNvPr id="7" name="Rechteck 6">
              <a:extLst>
                <a:ext uri="{FF2B5EF4-FFF2-40B4-BE49-F238E27FC236}">
                  <a16:creationId xmlns:a16="http://schemas.microsoft.com/office/drawing/2014/main" id="{2A62587F-7496-384A-AF40-18FC8CF0709D}"/>
                </a:ext>
              </a:extLst>
            </p:cNvPr>
            <p:cNvSpPr/>
            <p:nvPr userDrawn="1"/>
          </p:nvSpPr>
          <p:spPr>
            <a:xfrm>
              <a:off x="0" y="2286002"/>
              <a:ext cx="12208822" cy="4572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</a:lstStyle>
            <a:p>
              <a:pPr algn="ctr" rtl="0"/>
              <a:endParaRPr lang="de-DE"/>
            </a:p>
          </p:txBody>
        </p:sp>
        <p:sp>
          <p:nvSpPr>
            <p:cNvPr id="12" name="Freihandform 11">
              <a:extLst>
                <a:ext uri="{FF2B5EF4-FFF2-40B4-BE49-F238E27FC236}">
                  <a16:creationId xmlns:a16="http://schemas.microsoft.com/office/drawing/2014/main" id="{84DB028B-A475-224B-B675-A15A56CAD0BF}"/>
                </a:ext>
              </a:extLst>
            </p:cNvPr>
            <p:cNvSpPr/>
            <p:nvPr userDrawn="1"/>
          </p:nvSpPr>
          <p:spPr>
            <a:xfrm flipH="1">
              <a:off x="8597718" y="3246896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/>
            </a:p>
          </p:txBody>
        </p:sp>
        <p:sp>
          <p:nvSpPr>
            <p:cNvPr id="14" name="Freihandform 13">
              <a:extLst>
                <a:ext uri="{FF2B5EF4-FFF2-40B4-BE49-F238E27FC236}">
                  <a16:creationId xmlns:a16="http://schemas.microsoft.com/office/drawing/2014/main" id="{61C34955-105B-4D4D-B51D-754C5D38A85D}"/>
                </a:ext>
              </a:extLst>
            </p:cNvPr>
            <p:cNvSpPr/>
            <p:nvPr userDrawn="1"/>
          </p:nvSpPr>
          <p:spPr>
            <a:xfrm>
              <a:off x="1" y="0"/>
              <a:ext cx="933856" cy="933856"/>
            </a:xfrm>
            <a:custGeom>
              <a:avLst/>
              <a:gdLst>
                <a:gd name="connsiteX0" fmla="*/ 0 w 862693"/>
                <a:gd name="connsiteY0" fmla="*/ 0 h 862693"/>
                <a:gd name="connsiteX1" fmla="*/ 862693 w 862693"/>
                <a:gd name="connsiteY1" fmla="*/ 0 h 862693"/>
                <a:gd name="connsiteX2" fmla="*/ 0 w 862693"/>
                <a:gd name="connsiteY2" fmla="*/ 862693 h 862693"/>
                <a:gd name="connsiteX3" fmla="*/ 0 w 862693"/>
                <a:gd name="connsiteY3" fmla="*/ 0 h 862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2693" h="862693">
                  <a:moveTo>
                    <a:pt x="0" y="0"/>
                  </a:moveTo>
                  <a:lnTo>
                    <a:pt x="862693" y="0"/>
                  </a:lnTo>
                  <a:cubicBezTo>
                    <a:pt x="862693" y="476453"/>
                    <a:pt x="476452" y="862693"/>
                    <a:pt x="0" y="8626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/>
            </a:p>
          </p:txBody>
        </p:sp>
        <p:sp>
          <p:nvSpPr>
            <p:cNvPr id="15" name="Freihandform 14">
              <a:extLst>
                <a:ext uri="{FF2B5EF4-FFF2-40B4-BE49-F238E27FC236}">
                  <a16:creationId xmlns:a16="http://schemas.microsoft.com/office/drawing/2014/main" id="{2734DEB1-EC02-2E42-9292-4ADD115060A5}"/>
                </a:ext>
              </a:extLst>
            </p:cNvPr>
            <p:cNvSpPr/>
            <p:nvPr userDrawn="1"/>
          </p:nvSpPr>
          <p:spPr>
            <a:xfrm rot="5400000" flipH="1" flipV="1">
              <a:off x="10344100" y="438098"/>
              <a:ext cx="2285999" cy="1409801"/>
            </a:xfrm>
            <a:custGeom>
              <a:avLst/>
              <a:gdLst>
                <a:gd name="connsiteX0" fmla="*/ 1881641 w 1881641"/>
                <a:gd name="connsiteY0" fmla="*/ 1167473 h 1167493"/>
                <a:gd name="connsiteX1" fmla="*/ 1881641 w 1881641"/>
                <a:gd name="connsiteY1" fmla="*/ 1167493 h 1167493"/>
                <a:gd name="connsiteX2" fmla="*/ 1167493 w 1881641"/>
                <a:gd name="connsiteY2" fmla="*/ 1167493 h 1167493"/>
                <a:gd name="connsiteX3" fmla="*/ 0 w 1881641"/>
                <a:gd name="connsiteY3" fmla="*/ 0 h 1167493"/>
                <a:gd name="connsiteX4" fmla="*/ 714149 w 1881641"/>
                <a:gd name="connsiteY4" fmla="*/ 0 h 1167493"/>
                <a:gd name="connsiteX5" fmla="*/ 1875614 w 1881641"/>
                <a:gd name="connsiteY5" fmla="*/ 1048124 h 1167493"/>
                <a:gd name="connsiteX6" fmla="*/ 1881641 w 1881641"/>
                <a:gd name="connsiteY6" fmla="*/ 1167473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81641" h="1167493">
                  <a:moveTo>
                    <a:pt x="1881641" y="1167473"/>
                  </a:moveTo>
                  <a:lnTo>
                    <a:pt x="1881641" y="1167493"/>
                  </a:lnTo>
                  <a:lnTo>
                    <a:pt x="1167493" y="1167493"/>
                  </a:lnTo>
                  <a:cubicBezTo>
                    <a:pt x="522704" y="1167493"/>
                    <a:pt x="0" y="644789"/>
                    <a:pt x="0" y="0"/>
                  </a:cubicBezTo>
                  <a:lnTo>
                    <a:pt x="714149" y="0"/>
                  </a:lnTo>
                  <a:cubicBezTo>
                    <a:pt x="1318639" y="0"/>
                    <a:pt x="1815827" y="459408"/>
                    <a:pt x="1875614" y="1048124"/>
                  </a:cubicBezTo>
                  <a:lnTo>
                    <a:pt x="1881641" y="1167473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/>
            </a:p>
          </p:txBody>
        </p:sp>
      </p:grpSp>
      <p:sp>
        <p:nvSpPr>
          <p:cNvPr id="13" name="Titel 1">
            <a:extLst>
              <a:ext uri="{FF2B5EF4-FFF2-40B4-BE49-F238E27FC236}">
                <a16:creationId xmlns:a16="http://schemas.microsoft.com/office/drawing/2014/main" id="{5E932F0D-7FC3-634B-932C-3625C16C8D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7492" y="45085"/>
            <a:ext cx="9779183" cy="1600835"/>
          </a:xfrm>
        </p:spPr>
        <p:txBody>
          <a:bodyPr rtlCol="0" anchor="b">
            <a:noAutofit/>
          </a:bodyPr>
          <a:lstStyle>
            <a:lvl1pPr>
              <a:defRPr lang="de-DE" sz="4200" b="1">
                <a:latin typeface="+mj-lt"/>
              </a:defRPr>
            </a:lvl1pPr>
          </a:lstStyle>
          <a:p>
            <a:pPr rtl="0"/>
            <a:r>
              <a:rPr lang="de-DE"/>
              <a:t>Titel durch Klicken hinzuzufügen</a:t>
            </a:r>
          </a:p>
        </p:txBody>
      </p:sp>
      <p:sp>
        <p:nvSpPr>
          <p:cNvPr id="3" name="Inhaltsplatzhalter 2">
            <a:extLst>
              <a:ext uri="{FF2B5EF4-FFF2-40B4-BE49-F238E27FC236}">
                <a16:creationId xmlns:a16="http://schemas.microsoft.com/office/drawing/2014/main" id="{CA1EED44-783E-8705-4119-D7E9F7D4F2B4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1166087" y="2652713"/>
            <a:ext cx="9780587" cy="3436936"/>
          </a:xfrm>
        </p:spPr>
        <p:txBody>
          <a:bodyPr rtlCol="0">
            <a:normAutofit/>
          </a:bodyPr>
          <a:lstStyle>
            <a:lvl1pPr marL="342900" indent="-283464">
              <a:spcBef>
                <a:spcPts val="1000"/>
              </a:spcBef>
              <a:buFont typeface="Arial" panose="020B0604020202020204" pitchFamily="34" charset="0"/>
              <a:buChar char="•"/>
              <a:defRPr lang="de-DE" sz="2000">
                <a:solidFill>
                  <a:schemeClr val="bg1"/>
                </a:solidFill>
                <a:latin typeface="+mn-lt"/>
              </a:defRPr>
            </a:lvl1pPr>
            <a:lvl2pPr marL="566928" indent="-283464">
              <a:spcBef>
                <a:spcPts val="1000"/>
              </a:spcBef>
              <a:buFont typeface="Arial" panose="020B0604020202020204" pitchFamily="34" charset="0"/>
              <a:buChar char="•"/>
              <a:defRPr lang="de-DE" sz="2000">
                <a:solidFill>
                  <a:schemeClr val="bg1"/>
                </a:solidFill>
                <a:latin typeface="+mn-lt"/>
              </a:defRPr>
            </a:lvl2pPr>
            <a:lvl3pPr marL="850392" indent="-283464">
              <a:spcBef>
                <a:spcPts val="1000"/>
              </a:spcBef>
              <a:buFont typeface="Arial" panose="020B0604020202020204" pitchFamily="34" charset="0"/>
              <a:buChar char="•"/>
              <a:defRPr lang="de-DE" sz="2000">
                <a:solidFill>
                  <a:schemeClr val="bg1"/>
                </a:solidFill>
                <a:latin typeface="+mn-lt"/>
              </a:defRPr>
            </a:lvl3pPr>
            <a:lvl4pPr marL="1097280" indent="-283464">
              <a:spcBef>
                <a:spcPts val="1000"/>
              </a:spcBef>
              <a:buFont typeface="Arial" panose="020B0604020202020204" pitchFamily="34" charset="0"/>
              <a:buChar char="•"/>
              <a:defRPr lang="de-DE" sz="2000">
                <a:solidFill>
                  <a:schemeClr val="bg1"/>
                </a:solidFill>
                <a:latin typeface="+mn-lt"/>
              </a:defRPr>
            </a:lvl4pPr>
            <a:lvl5pPr marL="1371600" indent="-283464">
              <a:spcBef>
                <a:spcPts val="1000"/>
              </a:spcBef>
              <a:buFont typeface="Arial" panose="020B0604020202020204" pitchFamily="34" charset="0"/>
              <a:buChar char="•"/>
              <a:defRPr lang="de-DE" sz="2000">
                <a:solidFill>
                  <a:schemeClr val="bg1"/>
                </a:solidFill>
                <a:latin typeface="+mn-lt"/>
              </a:defRPr>
            </a:lvl5pPr>
          </a:lstStyle>
          <a:p>
            <a:pPr lvl="0" rtl="0"/>
            <a:r>
              <a:rPr lang="de-DE"/>
              <a:t>Text durch Klicken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4" name="Datumsplatzhalter 3">
            <a:extLst>
              <a:ext uri="{FF2B5EF4-FFF2-40B4-BE49-F238E27FC236}">
                <a16:creationId xmlns:a16="http://schemas.microsoft.com/office/drawing/2014/main" id="{8E95D4F5-F69B-42F6-8A9D-330F696E14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>
            <a:noAutofit/>
          </a:bodyPr>
          <a:lstStyle>
            <a:lvl1pPr>
              <a:defRPr lang="de-DE">
                <a:solidFill>
                  <a:schemeClr val="accent2"/>
                </a:solidFill>
                <a:latin typeface="+mn-lt"/>
              </a:defRPr>
            </a:lvl1pPr>
          </a:lstStyle>
          <a:p>
            <a:pPr rtl="0"/>
            <a:r>
              <a:rPr lang="de-DE"/>
              <a:t>08.09.20XX</a:t>
            </a:r>
          </a:p>
        </p:txBody>
      </p:sp>
      <p:sp>
        <p:nvSpPr>
          <p:cNvPr id="5" name="Fußzeilenplatzhalter 4">
            <a:extLst>
              <a:ext uri="{FF2B5EF4-FFF2-40B4-BE49-F238E27FC236}">
                <a16:creationId xmlns:a16="http://schemas.microsoft.com/office/drawing/2014/main" id="{FA79A23A-2238-4904-8692-9F2DAE8B8F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>
            <a:noAutofit/>
          </a:bodyPr>
          <a:lstStyle>
            <a:lvl1pPr>
              <a:defRPr lang="de-DE">
                <a:solidFill>
                  <a:schemeClr val="accent2"/>
                </a:solidFill>
                <a:latin typeface="+mn-lt"/>
              </a:defRPr>
            </a:lvl1pPr>
          </a:lstStyle>
          <a:p>
            <a:pPr rtl="0"/>
            <a:endParaRPr lang="de-DE"/>
          </a:p>
        </p:txBody>
      </p:sp>
      <p:sp>
        <p:nvSpPr>
          <p:cNvPr id="6" name="Foliennummernplatzhalter 5">
            <a:extLst>
              <a:ext uri="{FF2B5EF4-FFF2-40B4-BE49-F238E27FC236}">
                <a16:creationId xmlns:a16="http://schemas.microsoft.com/office/drawing/2014/main" id="{DB69FC35-DDC8-45FB-8ACB-21C15F57C1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06318" y="6356350"/>
            <a:ext cx="1604682" cy="365125"/>
          </a:xfrm>
        </p:spPr>
        <p:txBody>
          <a:bodyPr rtlCol="0">
            <a:noAutofit/>
          </a:bodyPr>
          <a:lstStyle>
            <a:lvl1pPr>
              <a:defRPr lang="de-DE">
                <a:solidFill>
                  <a:schemeClr val="accent3"/>
                </a:solidFill>
                <a:latin typeface="+mn-lt"/>
              </a:defRPr>
            </a:lvl1pPr>
          </a:lstStyle>
          <a:p>
            <a:pPr rtl="0"/>
            <a:fld id="{294A09A9-5501-47C1-A89A-A340965A2BE2}" type="slidenum">
              <a:rPr lang="de-DE" smtClean="0"/>
              <a:pPr rtl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4874766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 3">
            <a:extLst>
              <a:ext uri="{FF2B5EF4-FFF2-40B4-BE49-F238E27FC236}">
                <a16:creationId xmlns:a16="http://schemas.microsoft.com/office/drawing/2014/main" id="{9AC79249-FDC0-364D-A734-AE1DE1605D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4572000"/>
            <a:ext cx="12192000" cy="2286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/>
          </a:p>
        </p:txBody>
      </p:sp>
      <p:grpSp>
        <p:nvGrpSpPr>
          <p:cNvPr id="7" name="Gruppe 6">
            <a:extLst>
              <a:ext uri="{FF2B5EF4-FFF2-40B4-BE49-F238E27FC236}">
                <a16:creationId xmlns:a16="http://schemas.microsoft.com/office/drawing/2014/main" id="{13537B6D-42A5-F449-2691-321A167F7C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-3419"/>
            <a:ext cx="12192000" cy="6861419"/>
            <a:chOff x="0" y="-3419"/>
            <a:chExt cx="12192000" cy="6861419"/>
          </a:xfrm>
        </p:grpSpPr>
        <p:sp>
          <p:nvSpPr>
            <p:cNvPr id="5" name="Oval 4">
              <a:extLst>
                <a:ext uri="{FF2B5EF4-FFF2-40B4-BE49-F238E27FC236}">
                  <a16:creationId xmlns:a16="http://schemas.microsoft.com/office/drawing/2014/main" id="{902465C8-266D-104C-9C49-323DF4A8277E}"/>
                </a:ext>
              </a:extLst>
            </p:cNvPr>
            <p:cNvSpPr/>
            <p:nvPr userDrawn="1"/>
          </p:nvSpPr>
          <p:spPr>
            <a:xfrm>
              <a:off x="583746" y="4960030"/>
              <a:ext cx="1551214" cy="1551214"/>
            </a:xfrm>
            <a:prstGeom prst="ellipse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</a:lstStyle>
            <a:p>
              <a:pPr algn="ctr" rtl="0"/>
              <a:endParaRPr lang="de-DE"/>
            </a:p>
          </p:txBody>
        </p:sp>
        <p:sp>
          <p:nvSpPr>
            <p:cNvPr id="11" name="Freihandform 10">
              <a:extLst>
                <a:ext uri="{FF2B5EF4-FFF2-40B4-BE49-F238E27FC236}">
                  <a16:creationId xmlns:a16="http://schemas.microsoft.com/office/drawing/2014/main" id="{37979A1C-BF60-B345-A664-2E4F7A3461EB}"/>
                </a:ext>
              </a:extLst>
            </p:cNvPr>
            <p:cNvSpPr/>
            <p:nvPr userDrawn="1"/>
          </p:nvSpPr>
          <p:spPr>
            <a:xfrm>
              <a:off x="1" y="4571999"/>
              <a:ext cx="1118508" cy="1118508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0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lnTo>
                    <a:pt x="1167493" y="0"/>
                  </a:lnTo>
                  <a:cubicBezTo>
                    <a:pt x="522704" y="0"/>
                    <a:pt x="0" y="522704"/>
                    <a:pt x="0" y="11674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/>
            </a:p>
          </p:txBody>
        </p:sp>
        <p:sp>
          <p:nvSpPr>
            <p:cNvPr id="9" name="Freihandform 8">
              <a:extLst>
                <a:ext uri="{FF2B5EF4-FFF2-40B4-BE49-F238E27FC236}">
                  <a16:creationId xmlns:a16="http://schemas.microsoft.com/office/drawing/2014/main" id="{58080B3E-915C-2D4C-8608-596E1BFD6387}"/>
                </a:ext>
              </a:extLst>
            </p:cNvPr>
            <p:cNvSpPr/>
            <p:nvPr userDrawn="1"/>
          </p:nvSpPr>
          <p:spPr>
            <a:xfrm>
              <a:off x="1" y="5739492"/>
              <a:ext cx="1118508" cy="1118508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/>
            </a:p>
          </p:txBody>
        </p:sp>
        <p:grpSp>
          <p:nvGrpSpPr>
            <p:cNvPr id="6" name="Gruppe 5">
              <a:extLst>
                <a:ext uri="{FF2B5EF4-FFF2-40B4-BE49-F238E27FC236}">
                  <a16:creationId xmlns:a16="http://schemas.microsoft.com/office/drawing/2014/main" id="{F15FBB50-09C8-B64E-AE57-67C5E70810CB}"/>
                </a:ext>
              </a:extLst>
            </p:cNvPr>
            <p:cNvGrpSpPr/>
            <p:nvPr userDrawn="1"/>
          </p:nvGrpSpPr>
          <p:grpSpPr>
            <a:xfrm>
              <a:off x="8264427" y="-3419"/>
              <a:ext cx="3927573" cy="3165022"/>
              <a:chOff x="9857014" y="13834"/>
              <a:chExt cx="2334986" cy="1881641"/>
            </a:xfrm>
          </p:grpSpPr>
          <p:sp>
            <p:nvSpPr>
              <p:cNvPr id="15" name="Freihandform 14">
                <a:extLst>
                  <a:ext uri="{FF2B5EF4-FFF2-40B4-BE49-F238E27FC236}">
                    <a16:creationId xmlns:a16="http://schemas.microsoft.com/office/drawing/2014/main" id="{EFBF1E52-11FA-DC48-B7AD-75734232FFE8}"/>
                  </a:ext>
                </a:extLst>
              </p:cNvPr>
              <p:cNvSpPr/>
              <p:nvPr userDrawn="1"/>
            </p:nvSpPr>
            <p:spPr>
              <a:xfrm rot="5400000" flipH="1" flipV="1">
                <a:off x="10667433" y="370908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de-DE"/>
                </a:defPPr>
              </a:lstStyle>
              <a:p>
                <a:pPr algn="ctr" rtl="0"/>
                <a:endParaRPr lang="de-DE"/>
              </a:p>
            </p:txBody>
          </p:sp>
          <p:sp>
            <p:nvSpPr>
              <p:cNvPr id="16" name="Freihandform 15">
                <a:extLst>
                  <a:ext uri="{FF2B5EF4-FFF2-40B4-BE49-F238E27FC236}">
                    <a16:creationId xmlns:a16="http://schemas.microsoft.com/office/drawing/2014/main" id="{4850B620-49F5-3748-84AF-682555D52792}"/>
                  </a:ext>
                </a:extLst>
              </p:cNvPr>
              <p:cNvSpPr/>
              <p:nvPr userDrawn="1"/>
            </p:nvSpPr>
            <p:spPr>
              <a:xfrm rot="16200000" flipV="1">
                <a:off x="9499940" y="370908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de-DE"/>
                </a:defPPr>
              </a:lstStyle>
              <a:p>
                <a:pPr algn="ctr" rtl="0"/>
                <a:endParaRPr lang="de-DE"/>
              </a:p>
            </p:txBody>
          </p:sp>
        </p:grpSp>
        <p:sp>
          <p:nvSpPr>
            <p:cNvPr id="22" name="Freihandform 21">
              <a:extLst>
                <a:ext uri="{FF2B5EF4-FFF2-40B4-BE49-F238E27FC236}">
                  <a16:creationId xmlns:a16="http://schemas.microsoft.com/office/drawing/2014/main" id="{BC68F289-2744-2F48-893A-3F17911625C8}"/>
                </a:ext>
              </a:extLst>
            </p:cNvPr>
            <p:cNvSpPr/>
            <p:nvPr userDrawn="1"/>
          </p:nvSpPr>
          <p:spPr>
            <a:xfrm>
              <a:off x="0" y="-1"/>
              <a:ext cx="1167493" cy="1167493"/>
            </a:xfrm>
            <a:custGeom>
              <a:avLst/>
              <a:gdLst>
                <a:gd name="connsiteX0" fmla="*/ 0 w 862693"/>
                <a:gd name="connsiteY0" fmla="*/ 0 h 862693"/>
                <a:gd name="connsiteX1" fmla="*/ 862693 w 862693"/>
                <a:gd name="connsiteY1" fmla="*/ 0 h 862693"/>
                <a:gd name="connsiteX2" fmla="*/ 0 w 862693"/>
                <a:gd name="connsiteY2" fmla="*/ 862693 h 862693"/>
                <a:gd name="connsiteX3" fmla="*/ 0 w 862693"/>
                <a:gd name="connsiteY3" fmla="*/ 0 h 862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2693" h="862693">
                  <a:moveTo>
                    <a:pt x="0" y="0"/>
                  </a:moveTo>
                  <a:lnTo>
                    <a:pt x="862693" y="0"/>
                  </a:lnTo>
                  <a:cubicBezTo>
                    <a:pt x="862693" y="476453"/>
                    <a:pt x="476452" y="862693"/>
                    <a:pt x="0" y="8626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/>
            </a:p>
          </p:txBody>
        </p:sp>
        <p:sp>
          <p:nvSpPr>
            <p:cNvPr id="28" name="Freihandform 27">
              <a:extLst>
                <a:ext uri="{FF2B5EF4-FFF2-40B4-BE49-F238E27FC236}">
                  <a16:creationId xmlns:a16="http://schemas.microsoft.com/office/drawing/2014/main" id="{9E240E8A-950E-7946-826C-415CB5DACA43}"/>
                </a:ext>
              </a:extLst>
            </p:cNvPr>
            <p:cNvSpPr/>
            <p:nvPr userDrawn="1"/>
          </p:nvSpPr>
          <p:spPr>
            <a:xfrm>
              <a:off x="11024507" y="4580708"/>
              <a:ext cx="1167493" cy="2277292"/>
            </a:xfrm>
            <a:custGeom>
              <a:avLst/>
              <a:gdLst>
                <a:gd name="connsiteX0" fmla="*/ 1167473 w 1167493"/>
                <a:gd name="connsiteY0" fmla="*/ 0 h 2272167"/>
                <a:gd name="connsiteX1" fmla="*/ 1167493 w 1167493"/>
                <a:gd name="connsiteY1" fmla="*/ 0 h 2272167"/>
                <a:gd name="connsiteX2" fmla="*/ 1167493 w 1167493"/>
                <a:gd name="connsiteY2" fmla="*/ 492960 h 2272167"/>
                <a:gd name="connsiteX3" fmla="*/ 1167493 w 1167493"/>
                <a:gd name="connsiteY3" fmla="*/ 720385 h 2272167"/>
                <a:gd name="connsiteX4" fmla="*/ 1167493 w 1167493"/>
                <a:gd name="connsiteY4" fmla="*/ 2272167 h 2272167"/>
                <a:gd name="connsiteX5" fmla="*/ 0 w 1167493"/>
                <a:gd name="connsiteY5" fmla="*/ 2272167 h 2272167"/>
                <a:gd name="connsiteX6" fmla="*/ 0 w 1167493"/>
                <a:gd name="connsiteY6" fmla="*/ 1898074 h 2272167"/>
                <a:gd name="connsiteX7" fmla="*/ 0 w 1167493"/>
                <a:gd name="connsiteY7" fmla="*/ 1271597 h 2272167"/>
                <a:gd name="connsiteX8" fmla="*/ 0 w 1167493"/>
                <a:gd name="connsiteY8" fmla="*/ 1177688 h 2272167"/>
                <a:gd name="connsiteX9" fmla="*/ 1048124 w 1167493"/>
                <a:gd name="connsiteY9" fmla="*/ 6080 h 2272167"/>
                <a:gd name="connsiteX10" fmla="*/ 1167473 w 1167493"/>
                <a:gd name="connsiteY10" fmla="*/ 0 h 2272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67493" h="2272167">
                  <a:moveTo>
                    <a:pt x="1167473" y="0"/>
                  </a:moveTo>
                  <a:lnTo>
                    <a:pt x="1167493" y="0"/>
                  </a:lnTo>
                  <a:lnTo>
                    <a:pt x="1167493" y="492960"/>
                  </a:lnTo>
                  <a:lnTo>
                    <a:pt x="1167493" y="720385"/>
                  </a:lnTo>
                  <a:lnTo>
                    <a:pt x="1167493" y="2272167"/>
                  </a:lnTo>
                  <a:lnTo>
                    <a:pt x="0" y="2272167"/>
                  </a:lnTo>
                  <a:lnTo>
                    <a:pt x="0" y="1898074"/>
                  </a:lnTo>
                  <a:lnTo>
                    <a:pt x="0" y="1271597"/>
                  </a:lnTo>
                  <a:lnTo>
                    <a:pt x="0" y="1177688"/>
                  </a:lnTo>
                  <a:cubicBezTo>
                    <a:pt x="0" y="567919"/>
                    <a:pt x="459408" y="66389"/>
                    <a:pt x="1048124" y="6080"/>
                  </a:cubicBezTo>
                  <a:lnTo>
                    <a:pt x="1167473" y="0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/>
            </a:p>
          </p:txBody>
        </p:sp>
      </p:grpSp>
      <p:sp>
        <p:nvSpPr>
          <p:cNvPr id="2" name="Titel 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67493" y="232913"/>
            <a:ext cx="7096933" cy="3830130"/>
          </a:xfrm>
        </p:spPr>
        <p:txBody>
          <a:bodyPr rtlCol="0" anchor="b">
            <a:noAutofit/>
          </a:bodyPr>
          <a:lstStyle>
            <a:lvl1pPr algn="l">
              <a:defRPr lang="de-DE" sz="6000" b="1">
                <a:latin typeface="+mj-lt"/>
              </a:defRPr>
            </a:lvl1pPr>
          </a:lstStyle>
          <a:p>
            <a:pPr rtl="0"/>
            <a:r>
              <a:rPr lang="de-DE"/>
              <a:t>Titel durch Klicken hinzuzufügen</a:t>
            </a:r>
          </a:p>
        </p:txBody>
      </p:sp>
    </p:spTree>
    <p:extLst>
      <p:ext uri="{BB962C8B-B14F-4D97-AF65-F5344CB8AC3E}">
        <p14:creationId xmlns:p14="http://schemas.microsoft.com/office/powerpoint/2010/main" val="291649857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el und linkes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uppe 12">
            <a:extLst>
              <a:ext uri="{FF2B5EF4-FFF2-40B4-BE49-F238E27FC236}">
                <a16:creationId xmlns:a16="http://schemas.microsoft.com/office/drawing/2014/main" id="{AC10D125-AB73-D276-4947-94204736A3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" y="0"/>
            <a:ext cx="12191999" cy="6858000"/>
            <a:chOff x="1" y="0"/>
            <a:chExt cx="12191999" cy="6858000"/>
          </a:xfrm>
        </p:grpSpPr>
        <p:sp>
          <p:nvSpPr>
            <p:cNvPr id="4" name="Freihandform 3">
              <a:extLst>
                <a:ext uri="{FF2B5EF4-FFF2-40B4-BE49-F238E27FC236}">
                  <a16:creationId xmlns:a16="http://schemas.microsoft.com/office/drawing/2014/main" id="{6A7F6A3F-E1DD-A246-9A6D-5F9B18BA25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flipH="1">
              <a:off x="8580896" y="1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0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lnTo>
                    <a:pt x="1167493" y="0"/>
                  </a:lnTo>
                  <a:cubicBezTo>
                    <a:pt x="522704" y="0"/>
                    <a:pt x="0" y="522704"/>
                    <a:pt x="0" y="11674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/>
            </a:p>
          </p:txBody>
        </p:sp>
        <p:sp>
          <p:nvSpPr>
            <p:cNvPr id="5" name="Freihandform 4">
              <a:extLst>
                <a:ext uri="{FF2B5EF4-FFF2-40B4-BE49-F238E27FC236}">
                  <a16:creationId xmlns:a16="http://schemas.microsoft.com/office/drawing/2014/main" id="{055FD0FC-C8FF-6741-A364-A29CDC6F94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flipH="1">
              <a:off x="8580896" y="3246896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>
                <a:latin typeface="+mn-lt"/>
              </a:endParaRPr>
            </a:p>
          </p:txBody>
        </p:sp>
        <p:sp>
          <p:nvSpPr>
            <p:cNvPr id="6" name="Freihandform 5">
              <a:extLst>
                <a:ext uri="{FF2B5EF4-FFF2-40B4-BE49-F238E27FC236}">
                  <a16:creationId xmlns:a16="http://schemas.microsoft.com/office/drawing/2014/main" id="{D11C9832-A021-954E-A34F-2988D1189A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" y="0"/>
              <a:ext cx="933856" cy="933856"/>
            </a:xfrm>
            <a:custGeom>
              <a:avLst/>
              <a:gdLst>
                <a:gd name="connsiteX0" fmla="*/ 0 w 862693"/>
                <a:gd name="connsiteY0" fmla="*/ 0 h 862693"/>
                <a:gd name="connsiteX1" fmla="*/ 862693 w 862693"/>
                <a:gd name="connsiteY1" fmla="*/ 0 h 862693"/>
                <a:gd name="connsiteX2" fmla="*/ 0 w 862693"/>
                <a:gd name="connsiteY2" fmla="*/ 862693 h 862693"/>
                <a:gd name="connsiteX3" fmla="*/ 0 w 862693"/>
                <a:gd name="connsiteY3" fmla="*/ 0 h 862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2693" h="862693">
                  <a:moveTo>
                    <a:pt x="0" y="0"/>
                  </a:moveTo>
                  <a:lnTo>
                    <a:pt x="862693" y="0"/>
                  </a:lnTo>
                  <a:cubicBezTo>
                    <a:pt x="862693" y="476453"/>
                    <a:pt x="476452" y="862693"/>
                    <a:pt x="0" y="8626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/>
            </a:p>
          </p:txBody>
        </p:sp>
        <p:grpSp>
          <p:nvGrpSpPr>
            <p:cNvPr id="9" name="Gruppe 8">
              <a:extLst>
                <a:ext uri="{FF2B5EF4-FFF2-40B4-BE49-F238E27FC236}">
                  <a16:creationId xmlns:a16="http://schemas.microsoft.com/office/drawing/2014/main" id="{9861BC34-DFBF-2D4F-B463-FCFBC08391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 userDrawn="1"/>
          </p:nvGrpSpPr>
          <p:grpSpPr>
            <a:xfrm>
              <a:off x="8082092" y="5590903"/>
              <a:ext cx="1572380" cy="1267097"/>
              <a:chOff x="7413403" y="4976359"/>
              <a:chExt cx="2334986" cy="1881641"/>
            </a:xfrm>
          </p:grpSpPr>
          <p:sp>
            <p:nvSpPr>
              <p:cNvPr id="7" name="Freihandform 6">
                <a:extLst>
                  <a:ext uri="{FF2B5EF4-FFF2-40B4-BE49-F238E27FC236}">
                    <a16:creationId xmlns:a16="http://schemas.microsoft.com/office/drawing/2014/main" id="{55C37C19-F268-4A43-A0D4-3B1B38D48952}"/>
                  </a:ext>
                </a:extLst>
              </p:cNvPr>
              <p:cNvSpPr/>
              <p:nvPr userDrawn="1"/>
            </p:nvSpPr>
            <p:spPr>
              <a:xfrm rot="5400000" flipH="1" flipV="1">
                <a:off x="8223822" y="5333433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de-DE"/>
                </a:defPPr>
              </a:lstStyle>
              <a:p>
                <a:pPr algn="ctr" rtl="0"/>
                <a:endParaRPr lang="de-DE">
                  <a:latin typeface="+mn-lt"/>
                </a:endParaRPr>
              </a:p>
            </p:txBody>
          </p:sp>
          <p:sp>
            <p:nvSpPr>
              <p:cNvPr id="8" name="Freihandform 7">
                <a:extLst>
                  <a:ext uri="{FF2B5EF4-FFF2-40B4-BE49-F238E27FC236}">
                    <a16:creationId xmlns:a16="http://schemas.microsoft.com/office/drawing/2014/main" id="{E4F760E5-9D5D-E44F-AEBF-20CA8DE87D11}"/>
                  </a:ext>
                </a:extLst>
              </p:cNvPr>
              <p:cNvSpPr/>
              <p:nvPr userDrawn="1"/>
            </p:nvSpPr>
            <p:spPr>
              <a:xfrm rot="16200000" flipV="1">
                <a:off x="7056329" y="5333433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de-DE"/>
                </a:defPPr>
              </a:lstStyle>
              <a:p>
                <a:pPr algn="ctr" rtl="0"/>
                <a:endParaRPr lang="de-DE">
                  <a:latin typeface="+mn-lt"/>
                </a:endParaRPr>
              </a:p>
            </p:txBody>
          </p:sp>
        </p:grpSp>
      </p:grpSp>
      <p:sp>
        <p:nvSpPr>
          <p:cNvPr id="2" name="Titel 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0" y="457200"/>
            <a:ext cx="5120640" cy="3200400"/>
          </a:xfrm>
        </p:spPr>
        <p:txBody>
          <a:bodyPr rtlCol="0" anchor="b" anchorCtr="0">
            <a:noAutofit/>
          </a:bodyPr>
          <a:lstStyle>
            <a:lvl1pPr>
              <a:defRPr lang="de-DE" sz="6000" b="1">
                <a:latin typeface="+mj-lt"/>
              </a:defRPr>
            </a:lvl1pPr>
          </a:lstStyle>
          <a:p>
            <a:pPr rtl="0"/>
            <a:r>
              <a:rPr lang="de-DE"/>
              <a:t>Titel durch Klicken hinzuzufügen</a:t>
            </a:r>
          </a:p>
        </p:txBody>
      </p:sp>
      <p:sp>
        <p:nvSpPr>
          <p:cNvPr id="3" name="Untertitel 2">
            <a:extLst>
              <a:ext uri="{FF2B5EF4-FFF2-40B4-BE49-F238E27FC236}">
                <a16:creationId xmlns:a16="http://schemas.microsoft.com/office/drawing/2014/main" id="{8763DBBF-E63D-81E5-E7CE-32F6F2C2F93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43598" y="3657600"/>
            <a:ext cx="5120640" cy="1828800"/>
          </a:xfrm>
        </p:spPr>
        <p:txBody>
          <a:bodyPr rtlCol="0" anchor="t" anchorCtr="0">
            <a:noAutofit/>
          </a:bodyPr>
          <a:lstStyle>
            <a:lvl1pPr marL="0" indent="0" algn="l">
              <a:buNone/>
              <a:defRPr lang="de-DE" sz="3200">
                <a:latin typeface="+mn-lt"/>
              </a:defRPr>
            </a:lvl1pPr>
            <a:lvl2pPr marL="457200" indent="0" algn="ctr">
              <a:buNone/>
              <a:defRPr lang="de-DE" sz="2000"/>
            </a:lvl2pPr>
            <a:lvl3pPr marL="914400" indent="0" algn="ctr">
              <a:buNone/>
              <a:defRPr lang="de-DE" sz="1800"/>
            </a:lvl3pPr>
            <a:lvl4pPr marL="1371600" indent="0" algn="ctr">
              <a:buNone/>
              <a:defRPr lang="de-DE" sz="1600"/>
            </a:lvl4pPr>
            <a:lvl5pPr marL="1828800" indent="0" algn="ctr">
              <a:buNone/>
              <a:defRPr lang="de-DE" sz="1600"/>
            </a:lvl5pPr>
            <a:lvl6pPr marL="2286000" indent="0" algn="ctr">
              <a:buNone/>
              <a:defRPr lang="de-DE" sz="1600"/>
            </a:lvl6pPr>
            <a:lvl7pPr marL="2743200" indent="0" algn="ctr">
              <a:buNone/>
              <a:defRPr lang="de-DE" sz="1600"/>
            </a:lvl7pPr>
            <a:lvl8pPr marL="3200400" indent="0" algn="ctr">
              <a:buNone/>
              <a:defRPr lang="de-DE" sz="1600"/>
            </a:lvl8pPr>
            <a:lvl9pPr marL="3657600" indent="0" algn="ctr">
              <a:buNone/>
              <a:defRPr lang="de-DE" sz="1600"/>
            </a:lvl9pPr>
          </a:lstStyle>
          <a:p>
            <a:pPr rtl="0"/>
            <a:r>
              <a:rPr lang="de-DE"/>
              <a:t>Untertitel durch Klicken hinzuzufügen</a:t>
            </a:r>
          </a:p>
        </p:txBody>
      </p:sp>
      <p:sp>
        <p:nvSpPr>
          <p:cNvPr id="15" name="Bildplatzhalter 14">
            <a:extLst>
              <a:ext uri="{FF2B5EF4-FFF2-40B4-BE49-F238E27FC236}">
                <a16:creationId xmlns:a16="http://schemas.microsoft.com/office/drawing/2014/main" id="{64033732-ADA1-C540-7276-3FF5CDEF2C5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04238" y="1157224"/>
            <a:ext cx="4500562" cy="4521200"/>
          </a:xfrm>
          <a:prstGeom prst="ellipse">
            <a:avLst/>
          </a:prstGeom>
          <a:solidFill>
            <a:schemeClr val="accent2"/>
          </a:solidFill>
        </p:spPr>
        <p:txBody>
          <a:bodyPr rtlCol="0"/>
          <a:lstStyle>
            <a:lvl1pPr marL="0" indent="0" algn="ctr">
              <a:buNone/>
              <a:defRPr lang="de-DE" sz="2000"/>
            </a:lvl1pPr>
          </a:lstStyle>
          <a:p>
            <a:pPr rtl="0"/>
            <a:r>
              <a:rPr lang="de-DE"/>
              <a:t>Bild durch Klicken auf Symbol hinzufügen</a:t>
            </a:r>
          </a:p>
        </p:txBody>
      </p:sp>
      <p:sp>
        <p:nvSpPr>
          <p:cNvPr id="10" name="Datumsplatzhalter 3">
            <a:extLst>
              <a:ext uri="{FF2B5EF4-FFF2-40B4-BE49-F238E27FC236}">
                <a16:creationId xmlns:a16="http://schemas.microsoft.com/office/drawing/2014/main" id="{7536C149-3EFE-A94E-902D-57CED00B2C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lang="de-DE" sz="1200">
                <a:solidFill>
                  <a:schemeClr val="accent3"/>
                </a:solidFill>
                <a:latin typeface="+mn-lt"/>
              </a:defRPr>
            </a:lvl1pPr>
          </a:lstStyle>
          <a:p>
            <a:pPr rtl="0"/>
            <a:r>
              <a:rPr lang="de-DE"/>
              <a:t>08.09.20XX</a:t>
            </a:r>
          </a:p>
        </p:txBody>
      </p:sp>
      <p:sp>
        <p:nvSpPr>
          <p:cNvPr id="11" name="Fußzeilenplatzhalter 4">
            <a:extLst>
              <a:ext uri="{FF2B5EF4-FFF2-40B4-BE49-F238E27FC236}">
                <a16:creationId xmlns:a16="http://schemas.microsoft.com/office/drawing/2014/main" id="{53CA1E78-F17D-F34D-9F81-0DBF44F378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lang="de-DE" sz="1200">
                <a:solidFill>
                  <a:schemeClr val="accent3"/>
                </a:solidFill>
                <a:latin typeface="+mn-lt"/>
              </a:defRPr>
            </a:lvl1pPr>
          </a:lstStyle>
          <a:p>
            <a:pPr rtl="0"/>
            <a:endParaRPr lang="de-DE"/>
          </a:p>
        </p:txBody>
      </p:sp>
      <p:sp>
        <p:nvSpPr>
          <p:cNvPr id="12" name="Foliennummernplatzhalter 5">
            <a:extLst>
              <a:ext uri="{FF2B5EF4-FFF2-40B4-BE49-F238E27FC236}">
                <a16:creationId xmlns:a16="http://schemas.microsoft.com/office/drawing/2014/main" id="{1FE54918-A625-F64F-A42E-A427E9B2D4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153276" y="6356350"/>
            <a:ext cx="1657723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lang="de-DE" sz="1200">
                <a:solidFill>
                  <a:schemeClr val="accent2"/>
                </a:solidFill>
                <a:latin typeface="+mn-lt"/>
              </a:defRPr>
            </a:lvl1pPr>
          </a:lstStyle>
          <a:p>
            <a:pPr rtl="0"/>
            <a:fld id="{294A09A9-5501-47C1-A89A-A340965A2BE2}" type="slidenum">
              <a:rPr lang="de-DE" smtClean="0"/>
              <a:pPr rtl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2385622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2 Spalten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uppe 15">
            <a:extLst>
              <a:ext uri="{FF2B5EF4-FFF2-40B4-BE49-F238E27FC236}">
                <a16:creationId xmlns:a16="http://schemas.microsoft.com/office/drawing/2014/main" id="{14DB56B5-5DD7-95E3-52B2-EDC4B3F130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" y="0"/>
            <a:ext cx="12191999" cy="6858000"/>
            <a:chOff x="1" y="0"/>
            <a:chExt cx="12191999" cy="6858000"/>
          </a:xfrm>
        </p:grpSpPr>
        <p:sp>
          <p:nvSpPr>
            <p:cNvPr id="4" name="Freihandform 3">
              <a:extLst>
                <a:ext uri="{FF2B5EF4-FFF2-40B4-BE49-F238E27FC236}">
                  <a16:creationId xmlns:a16="http://schemas.microsoft.com/office/drawing/2014/main" id="{6A7F6A3F-E1DD-A246-9A6D-5F9B18BA2588}"/>
                </a:ext>
              </a:extLst>
            </p:cNvPr>
            <p:cNvSpPr/>
            <p:nvPr userDrawn="1"/>
          </p:nvSpPr>
          <p:spPr>
            <a:xfrm flipH="1">
              <a:off x="8580896" y="1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0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lnTo>
                    <a:pt x="1167493" y="0"/>
                  </a:lnTo>
                  <a:cubicBezTo>
                    <a:pt x="522704" y="0"/>
                    <a:pt x="0" y="522704"/>
                    <a:pt x="0" y="11674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/>
            </a:p>
          </p:txBody>
        </p:sp>
        <p:sp>
          <p:nvSpPr>
            <p:cNvPr id="5" name="Freihandform 4">
              <a:extLst>
                <a:ext uri="{FF2B5EF4-FFF2-40B4-BE49-F238E27FC236}">
                  <a16:creationId xmlns:a16="http://schemas.microsoft.com/office/drawing/2014/main" id="{055FD0FC-C8FF-6741-A364-A29CDC6F9495}"/>
                </a:ext>
              </a:extLst>
            </p:cNvPr>
            <p:cNvSpPr/>
            <p:nvPr userDrawn="1"/>
          </p:nvSpPr>
          <p:spPr>
            <a:xfrm flipH="1">
              <a:off x="8580896" y="3246896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/>
            </a:p>
          </p:txBody>
        </p:sp>
        <p:sp>
          <p:nvSpPr>
            <p:cNvPr id="6" name="Freihandform 5">
              <a:extLst>
                <a:ext uri="{FF2B5EF4-FFF2-40B4-BE49-F238E27FC236}">
                  <a16:creationId xmlns:a16="http://schemas.microsoft.com/office/drawing/2014/main" id="{D11C9832-A021-954E-A34F-2988D1189AE9}"/>
                </a:ext>
              </a:extLst>
            </p:cNvPr>
            <p:cNvSpPr/>
            <p:nvPr userDrawn="1"/>
          </p:nvSpPr>
          <p:spPr>
            <a:xfrm>
              <a:off x="1" y="0"/>
              <a:ext cx="933856" cy="933856"/>
            </a:xfrm>
            <a:custGeom>
              <a:avLst/>
              <a:gdLst>
                <a:gd name="connsiteX0" fmla="*/ 0 w 862693"/>
                <a:gd name="connsiteY0" fmla="*/ 0 h 862693"/>
                <a:gd name="connsiteX1" fmla="*/ 862693 w 862693"/>
                <a:gd name="connsiteY1" fmla="*/ 0 h 862693"/>
                <a:gd name="connsiteX2" fmla="*/ 0 w 862693"/>
                <a:gd name="connsiteY2" fmla="*/ 862693 h 862693"/>
                <a:gd name="connsiteX3" fmla="*/ 0 w 862693"/>
                <a:gd name="connsiteY3" fmla="*/ 0 h 862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2693" h="862693">
                  <a:moveTo>
                    <a:pt x="0" y="0"/>
                  </a:moveTo>
                  <a:lnTo>
                    <a:pt x="862693" y="0"/>
                  </a:lnTo>
                  <a:cubicBezTo>
                    <a:pt x="862693" y="476453"/>
                    <a:pt x="476452" y="862693"/>
                    <a:pt x="0" y="8626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/>
            </a:p>
          </p:txBody>
        </p:sp>
        <p:grpSp>
          <p:nvGrpSpPr>
            <p:cNvPr id="9" name="Gruppe 8">
              <a:extLst>
                <a:ext uri="{FF2B5EF4-FFF2-40B4-BE49-F238E27FC236}">
                  <a16:creationId xmlns:a16="http://schemas.microsoft.com/office/drawing/2014/main" id="{9861BC34-DFBF-2D4F-B463-FCFBC08391FF}"/>
                </a:ext>
              </a:extLst>
            </p:cNvPr>
            <p:cNvGrpSpPr/>
            <p:nvPr userDrawn="1"/>
          </p:nvGrpSpPr>
          <p:grpSpPr>
            <a:xfrm>
              <a:off x="8082092" y="5590903"/>
              <a:ext cx="1572380" cy="1267097"/>
              <a:chOff x="7413403" y="4976359"/>
              <a:chExt cx="2334986" cy="1881641"/>
            </a:xfrm>
          </p:grpSpPr>
          <p:sp>
            <p:nvSpPr>
              <p:cNvPr id="7" name="Freihandform 6">
                <a:extLst>
                  <a:ext uri="{FF2B5EF4-FFF2-40B4-BE49-F238E27FC236}">
                    <a16:creationId xmlns:a16="http://schemas.microsoft.com/office/drawing/2014/main" id="{55C37C19-F268-4A43-A0D4-3B1B38D48952}"/>
                  </a:ext>
                </a:extLst>
              </p:cNvPr>
              <p:cNvSpPr/>
              <p:nvPr userDrawn="1"/>
            </p:nvSpPr>
            <p:spPr>
              <a:xfrm rot="5400000" flipH="1" flipV="1">
                <a:off x="8223822" y="5333433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de-DE"/>
                </a:defPPr>
              </a:lstStyle>
              <a:p>
                <a:pPr algn="ctr" rtl="0"/>
                <a:endParaRPr lang="de-DE">
                  <a:latin typeface="+mn-lt"/>
                </a:endParaRPr>
              </a:p>
            </p:txBody>
          </p:sp>
          <p:sp>
            <p:nvSpPr>
              <p:cNvPr id="8" name="Freihandform 7">
                <a:extLst>
                  <a:ext uri="{FF2B5EF4-FFF2-40B4-BE49-F238E27FC236}">
                    <a16:creationId xmlns:a16="http://schemas.microsoft.com/office/drawing/2014/main" id="{E4F760E5-9D5D-E44F-AEBF-20CA8DE87D11}"/>
                  </a:ext>
                </a:extLst>
              </p:cNvPr>
              <p:cNvSpPr/>
              <p:nvPr userDrawn="1"/>
            </p:nvSpPr>
            <p:spPr>
              <a:xfrm rot="16200000" flipV="1">
                <a:off x="7056329" y="5333433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de-DE"/>
                </a:defPPr>
              </a:lstStyle>
              <a:p>
                <a:pPr algn="ctr" rtl="0"/>
                <a:endParaRPr lang="de-DE">
                  <a:latin typeface="+mn-lt"/>
                </a:endParaRPr>
              </a:p>
            </p:txBody>
          </p:sp>
        </p:grpSp>
      </p:grpSp>
      <p:sp>
        <p:nvSpPr>
          <p:cNvPr id="2" name="Titel 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7492" y="136526"/>
            <a:ext cx="9601200" cy="1653371"/>
          </a:xfrm>
        </p:spPr>
        <p:txBody>
          <a:bodyPr rtlCol="0" anchor="b">
            <a:noAutofit/>
          </a:bodyPr>
          <a:lstStyle>
            <a:lvl1pPr>
              <a:defRPr lang="de-DE" sz="4200" b="1">
                <a:latin typeface="+mj-lt"/>
              </a:defRPr>
            </a:lvl1pPr>
          </a:lstStyle>
          <a:p>
            <a:pPr rtl="0"/>
            <a:r>
              <a:rPr lang="de-DE"/>
              <a:t>Titel durch Klicken hinzuzufügen</a:t>
            </a:r>
          </a:p>
        </p:txBody>
      </p:sp>
      <p:sp>
        <p:nvSpPr>
          <p:cNvPr id="3" name="Inhaltsplatzhalter 2">
            <a:extLst>
              <a:ext uri="{FF2B5EF4-FFF2-40B4-BE49-F238E27FC236}">
                <a16:creationId xmlns:a16="http://schemas.microsoft.com/office/drawing/2014/main" id="{8A6FC6F2-80B4-49A7-9448-33FE2DF0E96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167493" y="2023984"/>
            <a:ext cx="4663440" cy="3332832"/>
          </a:xfrm>
        </p:spPr>
        <p:txBody>
          <a:bodyPr rtlCol="0">
            <a:normAutofit/>
          </a:bodyPr>
          <a:lstStyle>
            <a:lvl1pPr marL="0" indent="0">
              <a:spcBef>
                <a:spcPts val="1000"/>
              </a:spcBef>
              <a:buFont typeface="Arial" panose="020B0604020202020204" pitchFamily="34" charset="0"/>
              <a:buNone/>
              <a:defRPr lang="de-DE" sz="2000">
                <a:latin typeface="+mn-lt"/>
              </a:defRPr>
            </a:lvl1pPr>
            <a:lvl2pPr marL="283464" indent="-283464">
              <a:spcBef>
                <a:spcPts val="1000"/>
              </a:spcBef>
              <a:buFont typeface="Arial" panose="020B0604020202020204" pitchFamily="34" charset="0"/>
              <a:buChar char="•"/>
              <a:defRPr lang="de-DE" sz="2000">
                <a:latin typeface="+mn-lt"/>
              </a:defRPr>
            </a:lvl2pPr>
            <a:lvl3pPr marL="566928" indent="-283464">
              <a:spcBef>
                <a:spcPts val="1000"/>
              </a:spcBef>
              <a:buFont typeface="Arial" panose="020B0604020202020204" pitchFamily="34" charset="0"/>
              <a:buChar char="•"/>
              <a:defRPr lang="de-DE" sz="2000">
                <a:latin typeface="+mn-lt"/>
              </a:defRPr>
            </a:lvl3pPr>
            <a:lvl4pPr marL="850392" indent="-283464">
              <a:spcBef>
                <a:spcPts val="1000"/>
              </a:spcBef>
              <a:buFont typeface="Arial" panose="020B0604020202020204" pitchFamily="34" charset="0"/>
              <a:buChar char="•"/>
              <a:defRPr lang="de-DE" sz="2000">
                <a:latin typeface="+mn-lt"/>
              </a:defRPr>
            </a:lvl4pPr>
            <a:lvl5pPr marL="1133856" indent="-283464">
              <a:spcBef>
                <a:spcPts val="1000"/>
              </a:spcBef>
              <a:buFont typeface="Arial" panose="020B0604020202020204" pitchFamily="34" charset="0"/>
              <a:buChar char="•"/>
              <a:defRPr lang="de-DE" sz="2000">
                <a:latin typeface="+mn-lt"/>
              </a:defRPr>
            </a:lvl5pPr>
          </a:lstStyle>
          <a:p>
            <a:pPr lvl="0" rtl="0"/>
            <a:r>
              <a:rPr lang="de-DE"/>
              <a:t>Text durch Klicken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13" name="Inhaltsplatzhalter 2">
            <a:extLst>
              <a:ext uri="{FF2B5EF4-FFF2-40B4-BE49-F238E27FC236}">
                <a16:creationId xmlns:a16="http://schemas.microsoft.com/office/drawing/2014/main" id="{94CA559C-3355-DE44-ACF9-BDB6083C4225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6283235" y="2023984"/>
            <a:ext cx="4663440" cy="3332832"/>
          </a:xfrm>
        </p:spPr>
        <p:txBody>
          <a:bodyPr rtlCol="0">
            <a:normAutofit/>
          </a:bodyPr>
          <a:lstStyle>
            <a:lvl1pPr marL="0" indent="0">
              <a:spcBef>
                <a:spcPts val="1000"/>
              </a:spcBef>
              <a:buFont typeface="Arial" panose="020B0604020202020204" pitchFamily="34" charset="0"/>
              <a:buNone/>
              <a:defRPr lang="de-DE" sz="2000">
                <a:latin typeface="+mn-lt"/>
              </a:defRPr>
            </a:lvl1pPr>
            <a:lvl2pPr marL="283464" indent="-283464">
              <a:spcBef>
                <a:spcPts val="1000"/>
              </a:spcBef>
              <a:buFont typeface="Arial" panose="020B0604020202020204" pitchFamily="34" charset="0"/>
              <a:buChar char="•"/>
              <a:defRPr lang="de-DE" sz="2000">
                <a:latin typeface="+mn-lt"/>
              </a:defRPr>
            </a:lvl2pPr>
            <a:lvl3pPr marL="566928" indent="-283464">
              <a:spcBef>
                <a:spcPts val="1000"/>
              </a:spcBef>
              <a:buFont typeface="Arial" panose="020B0604020202020204" pitchFamily="34" charset="0"/>
              <a:buChar char="•"/>
              <a:defRPr lang="de-DE" sz="2000">
                <a:latin typeface="+mn-lt"/>
              </a:defRPr>
            </a:lvl3pPr>
            <a:lvl4pPr marL="850392" indent="-283464">
              <a:spcBef>
                <a:spcPts val="1000"/>
              </a:spcBef>
              <a:buFont typeface="Arial" panose="020B0604020202020204" pitchFamily="34" charset="0"/>
              <a:buChar char="•"/>
              <a:defRPr lang="de-DE" sz="2000">
                <a:latin typeface="+mn-lt"/>
              </a:defRPr>
            </a:lvl4pPr>
            <a:lvl5pPr marL="1133856" indent="-283464">
              <a:spcBef>
                <a:spcPts val="1000"/>
              </a:spcBef>
              <a:buFont typeface="Arial" panose="020B0604020202020204" pitchFamily="34" charset="0"/>
              <a:buChar char="•"/>
              <a:defRPr lang="de-DE" sz="2000">
                <a:latin typeface="+mn-lt"/>
              </a:defRPr>
            </a:lvl5pPr>
          </a:lstStyle>
          <a:p>
            <a:pPr lvl="0" rtl="0"/>
            <a:r>
              <a:rPr lang="de-DE"/>
              <a:t>Text durch Klicken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10" name="Datumsplatzhalter 3">
            <a:extLst>
              <a:ext uri="{FF2B5EF4-FFF2-40B4-BE49-F238E27FC236}">
                <a16:creationId xmlns:a16="http://schemas.microsoft.com/office/drawing/2014/main" id="{7536C149-3EFE-A94E-902D-57CED00B2C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lang="de-DE" sz="1200">
                <a:solidFill>
                  <a:schemeClr val="accent3"/>
                </a:solidFill>
                <a:latin typeface="+mn-lt"/>
              </a:defRPr>
            </a:lvl1pPr>
          </a:lstStyle>
          <a:p>
            <a:pPr rtl="0"/>
            <a:r>
              <a:rPr lang="de-DE"/>
              <a:t>08.09.20XX</a:t>
            </a:r>
          </a:p>
        </p:txBody>
      </p:sp>
      <p:sp>
        <p:nvSpPr>
          <p:cNvPr id="11" name="Fußzeilenplatzhalter 4">
            <a:extLst>
              <a:ext uri="{FF2B5EF4-FFF2-40B4-BE49-F238E27FC236}">
                <a16:creationId xmlns:a16="http://schemas.microsoft.com/office/drawing/2014/main" id="{53CA1E78-F17D-F34D-9F81-0DBF44F378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lang="de-DE" sz="1200">
                <a:solidFill>
                  <a:schemeClr val="accent3"/>
                </a:solidFill>
                <a:latin typeface="+mn-lt"/>
              </a:defRPr>
            </a:lvl1pPr>
          </a:lstStyle>
          <a:p>
            <a:pPr rtl="0"/>
            <a:endParaRPr lang="de-DE"/>
          </a:p>
        </p:txBody>
      </p:sp>
      <p:sp>
        <p:nvSpPr>
          <p:cNvPr id="12" name="Foliennummernplatzhalter 5">
            <a:extLst>
              <a:ext uri="{FF2B5EF4-FFF2-40B4-BE49-F238E27FC236}">
                <a16:creationId xmlns:a16="http://schemas.microsoft.com/office/drawing/2014/main" id="{1FE54918-A625-F64F-A42E-A427E9B2D4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153276" y="6356350"/>
            <a:ext cx="1657723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lang="de-DE" sz="1200">
                <a:solidFill>
                  <a:schemeClr val="accent2"/>
                </a:solidFill>
                <a:latin typeface="+mn-lt"/>
              </a:defRPr>
            </a:lvl1pPr>
          </a:lstStyle>
          <a:p>
            <a:pPr rtl="0"/>
            <a:fld id="{294A09A9-5501-47C1-A89A-A340965A2BE2}" type="slidenum">
              <a:rPr lang="de-DE" smtClean="0"/>
              <a:pPr rtl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6784350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2 Inhalt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uppe 5">
            <a:extLst>
              <a:ext uri="{FF2B5EF4-FFF2-40B4-BE49-F238E27FC236}">
                <a16:creationId xmlns:a16="http://schemas.microsoft.com/office/drawing/2014/main" id="{1A0E8D4A-B13C-C7EE-5E27-278124A127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" y="1"/>
            <a:ext cx="12191999" cy="6857999"/>
            <a:chOff x="1" y="1"/>
            <a:chExt cx="12191999" cy="6857999"/>
          </a:xfrm>
        </p:grpSpPr>
        <p:sp>
          <p:nvSpPr>
            <p:cNvPr id="4" name="Freihandform 3">
              <a:extLst>
                <a:ext uri="{FF2B5EF4-FFF2-40B4-BE49-F238E27FC236}">
                  <a16:creationId xmlns:a16="http://schemas.microsoft.com/office/drawing/2014/main" id="{6A7F6A3F-E1DD-A246-9A6D-5F9B18BA2588}"/>
                </a:ext>
              </a:extLst>
            </p:cNvPr>
            <p:cNvSpPr/>
            <p:nvPr userDrawn="1"/>
          </p:nvSpPr>
          <p:spPr>
            <a:xfrm flipH="1">
              <a:off x="8580896" y="1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0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lnTo>
                    <a:pt x="1167493" y="0"/>
                  </a:lnTo>
                  <a:cubicBezTo>
                    <a:pt x="522704" y="0"/>
                    <a:pt x="0" y="522704"/>
                    <a:pt x="0" y="11674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/>
            </a:p>
          </p:txBody>
        </p:sp>
        <p:sp>
          <p:nvSpPr>
            <p:cNvPr id="5" name="Freihandform 4">
              <a:extLst>
                <a:ext uri="{FF2B5EF4-FFF2-40B4-BE49-F238E27FC236}">
                  <a16:creationId xmlns:a16="http://schemas.microsoft.com/office/drawing/2014/main" id="{055FD0FC-C8FF-6741-A364-A29CDC6F9495}"/>
                </a:ext>
              </a:extLst>
            </p:cNvPr>
            <p:cNvSpPr/>
            <p:nvPr userDrawn="1"/>
          </p:nvSpPr>
          <p:spPr>
            <a:xfrm rot="5400000" flipH="1">
              <a:off x="1" y="3246896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/>
            </a:p>
          </p:txBody>
        </p:sp>
      </p:grpSp>
      <p:sp>
        <p:nvSpPr>
          <p:cNvPr id="2" name="Titel 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7492" y="69008"/>
            <a:ext cx="9779183" cy="1706563"/>
          </a:xfrm>
        </p:spPr>
        <p:txBody>
          <a:bodyPr rtlCol="0" anchor="b">
            <a:noAutofit/>
          </a:bodyPr>
          <a:lstStyle>
            <a:lvl1pPr>
              <a:defRPr lang="de-DE" sz="4200" b="1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de-DE"/>
              <a:t>Titel durch Klicken hinzuzufügen</a:t>
            </a:r>
          </a:p>
        </p:txBody>
      </p:sp>
      <p:sp>
        <p:nvSpPr>
          <p:cNvPr id="14" name="Inhaltsplatzhalter 2">
            <a:extLst>
              <a:ext uri="{FF2B5EF4-FFF2-40B4-BE49-F238E27FC236}">
                <a16:creationId xmlns:a16="http://schemas.microsoft.com/office/drawing/2014/main" id="{926B296A-EB6A-9BE9-E813-B15C46524F4D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1167493" y="2023984"/>
            <a:ext cx="4663440" cy="3332832"/>
          </a:xfrm>
        </p:spPr>
        <p:txBody>
          <a:bodyPr rtlCol="0">
            <a:normAutofit/>
          </a:bodyPr>
          <a:lstStyle>
            <a:lvl1pPr marL="530352" indent="-530352">
              <a:spcBef>
                <a:spcPts val="1000"/>
              </a:spcBef>
              <a:buFont typeface="+mj-lt"/>
              <a:buAutoNum type="arabicPeriod"/>
              <a:defRPr lang="de-DE" sz="2000">
                <a:solidFill>
                  <a:schemeClr val="bg1"/>
                </a:solidFill>
                <a:latin typeface="+mn-lt"/>
              </a:defRPr>
            </a:lvl1pPr>
            <a:lvl2pPr marL="1097280" indent="-530352">
              <a:spcBef>
                <a:spcPts val="1000"/>
              </a:spcBef>
              <a:buFont typeface="+mj-lt"/>
              <a:buAutoNum type="alphaLcPeriod"/>
              <a:defRPr lang="de-DE" sz="2000">
                <a:solidFill>
                  <a:schemeClr val="bg1"/>
                </a:solidFill>
                <a:latin typeface="+mn-lt"/>
              </a:defRPr>
            </a:lvl2pPr>
            <a:lvl3pPr marL="1645920" indent="-530352">
              <a:spcBef>
                <a:spcPts val="1000"/>
              </a:spcBef>
              <a:buFont typeface="+mj-lt"/>
              <a:buAutoNum type="arabicParenR"/>
              <a:defRPr lang="de-DE" sz="2000">
                <a:solidFill>
                  <a:schemeClr val="bg1"/>
                </a:solidFill>
                <a:latin typeface="+mn-lt"/>
              </a:defRPr>
            </a:lvl3pPr>
            <a:lvl4pPr marL="1920240" indent="-530352">
              <a:spcBef>
                <a:spcPts val="1000"/>
              </a:spcBef>
              <a:buFont typeface="+mj-lt"/>
              <a:buAutoNum type="alphaLcParenR"/>
              <a:defRPr lang="de-DE" sz="2000">
                <a:solidFill>
                  <a:schemeClr val="bg1"/>
                </a:solidFill>
                <a:latin typeface="+mn-lt"/>
              </a:defRPr>
            </a:lvl4pPr>
            <a:lvl5pPr marL="2560320" indent="-514350">
              <a:spcBef>
                <a:spcPts val="1000"/>
              </a:spcBef>
              <a:buFont typeface="+mj-lt"/>
              <a:buAutoNum type="romanLcPeriod"/>
              <a:defRPr lang="de-DE" sz="2000">
                <a:solidFill>
                  <a:schemeClr val="bg1"/>
                </a:solidFill>
                <a:latin typeface="+mn-lt"/>
              </a:defRPr>
            </a:lvl5pPr>
          </a:lstStyle>
          <a:p>
            <a:pPr lvl="0" rtl="0"/>
            <a:r>
              <a:rPr lang="de-DE"/>
              <a:t>Text durch Klicken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9" name="Inhaltsplatzhalter 2">
            <a:extLst>
              <a:ext uri="{FF2B5EF4-FFF2-40B4-BE49-F238E27FC236}">
                <a16:creationId xmlns:a16="http://schemas.microsoft.com/office/drawing/2014/main" id="{9435B7D5-E7F8-1267-8942-3C97BE836B98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6283235" y="2023984"/>
            <a:ext cx="4663440" cy="3332832"/>
          </a:xfrm>
        </p:spPr>
        <p:txBody>
          <a:bodyPr rtlCol="0">
            <a:normAutofit/>
          </a:bodyPr>
          <a:lstStyle>
            <a:lvl1pPr marL="0" indent="0">
              <a:spcBef>
                <a:spcPts val="1000"/>
              </a:spcBef>
              <a:buFont typeface="Arial" panose="020B0604020202020204" pitchFamily="34" charset="0"/>
              <a:buNone/>
              <a:defRPr lang="de-DE" sz="2000">
                <a:solidFill>
                  <a:schemeClr val="bg1"/>
                </a:solidFill>
                <a:latin typeface="+mn-lt"/>
              </a:defRPr>
            </a:lvl1pPr>
            <a:lvl2pPr marL="283464" indent="-283464">
              <a:spcBef>
                <a:spcPts val="1000"/>
              </a:spcBef>
              <a:buFont typeface="Arial" panose="020B0604020202020204" pitchFamily="34" charset="0"/>
              <a:buChar char="•"/>
              <a:defRPr lang="de-DE" sz="2000">
                <a:solidFill>
                  <a:schemeClr val="bg1"/>
                </a:solidFill>
                <a:latin typeface="+mn-lt"/>
              </a:defRPr>
            </a:lvl2pPr>
            <a:lvl3pPr marL="566928" indent="-283464">
              <a:spcBef>
                <a:spcPts val="1000"/>
              </a:spcBef>
              <a:buFont typeface="Arial" panose="020B0604020202020204" pitchFamily="34" charset="0"/>
              <a:buChar char="•"/>
              <a:defRPr lang="de-DE" sz="2000">
                <a:solidFill>
                  <a:schemeClr val="bg1"/>
                </a:solidFill>
                <a:latin typeface="+mn-lt"/>
              </a:defRPr>
            </a:lvl3pPr>
            <a:lvl4pPr marL="850392" indent="-283464">
              <a:spcBef>
                <a:spcPts val="1000"/>
              </a:spcBef>
              <a:buFont typeface="Arial" panose="020B0604020202020204" pitchFamily="34" charset="0"/>
              <a:buChar char="•"/>
              <a:defRPr lang="de-DE" sz="2000">
                <a:solidFill>
                  <a:schemeClr val="bg1"/>
                </a:solidFill>
                <a:latin typeface="+mn-lt"/>
              </a:defRPr>
            </a:lvl4pPr>
            <a:lvl5pPr marL="1133856" indent="-283464">
              <a:spcBef>
                <a:spcPts val="1000"/>
              </a:spcBef>
              <a:buFont typeface="Arial" panose="020B0604020202020204" pitchFamily="34" charset="0"/>
              <a:buChar char="•"/>
              <a:defRPr lang="de-DE" sz="2000">
                <a:solidFill>
                  <a:schemeClr val="bg1"/>
                </a:solidFill>
                <a:latin typeface="+mn-lt"/>
              </a:defRPr>
            </a:lvl5pPr>
          </a:lstStyle>
          <a:p>
            <a:pPr lvl="0" rtl="0"/>
            <a:r>
              <a:rPr lang="de-DE"/>
              <a:t>Text durch Klicken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10" name="Datumsplatzhalter 3">
            <a:extLst>
              <a:ext uri="{FF2B5EF4-FFF2-40B4-BE49-F238E27FC236}">
                <a16:creationId xmlns:a16="http://schemas.microsoft.com/office/drawing/2014/main" id="{7536C149-3EFE-A94E-902D-57CED00B2C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56350"/>
            <a:ext cx="1701018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lang="de-DE" sz="1200">
                <a:solidFill>
                  <a:schemeClr val="accent3"/>
                </a:solidFill>
                <a:latin typeface="+mn-lt"/>
              </a:defRPr>
            </a:lvl1pPr>
          </a:lstStyle>
          <a:p>
            <a:pPr rtl="0"/>
            <a:r>
              <a:rPr lang="de-DE"/>
              <a:t>08.09.20XX</a:t>
            </a:r>
          </a:p>
        </p:txBody>
      </p:sp>
      <p:sp>
        <p:nvSpPr>
          <p:cNvPr id="11" name="Fußzeilenplatzhalter 4">
            <a:extLst>
              <a:ext uri="{FF2B5EF4-FFF2-40B4-BE49-F238E27FC236}">
                <a16:creationId xmlns:a16="http://schemas.microsoft.com/office/drawing/2014/main" id="{53CA1E78-F17D-F34D-9F81-0DBF44F378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lang="de-DE" sz="1200">
                <a:solidFill>
                  <a:schemeClr val="accent2"/>
                </a:solidFill>
                <a:latin typeface="+mn-lt"/>
              </a:defRPr>
            </a:lvl1pPr>
          </a:lstStyle>
          <a:p>
            <a:pPr rtl="0"/>
            <a:endParaRPr lang="de-DE"/>
          </a:p>
        </p:txBody>
      </p:sp>
      <p:sp>
        <p:nvSpPr>
          <p:cNvPr id="12" name="Foliennummernplatzhalter 5">
            <a:extLst>
              <a:ext uri="{FF2B5EF4-FFF2-40B4-BE49-F238E27FC236}">
                <a16:creationId xmlns:a16="http://schemas.microsoft.com/office/drawing/2014/main" id="{1FE54918-A625-F64F-A42E-A427E9B2D4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153276" y="6356350"/>
            <a:ext cx="1657723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lang="de-DE" sz="1200">
                <a:solidFill>
                  <a:schemeClr val="accent2"/>
                </a:solidFill>
                <a:latin typeface="+mn-lt"/>
              </a:defRPr>
            </a:lvl1pPr>
          </a:lstStyle>
          <a:p>
            <a:pPr rtl="0"/>
            <a:fld id="{294A09A9-5501-47C1-A89A-A340965A2BE2}" type="slidenum">
              <a:rPr lang="de-DE" smtClean="0"/>
              <a:pPr rtl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2042663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martArt 2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uppe 8">
            <a:extLst>
              <a:ext uri="{FF2B5EF4-FFF2-40B4-BE49-F238E27FC236}">
                <a16:creationId xmlns:a16="http://schemas.microsoft.com/office/drawing/2014/main" id="{ABA2A58C-57B7-834C-8F5C-3299322411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16200000">
            <a:off x="10772262" y="152641"/>
            <a:ext cx="1572380" cy="1267097"/>
            <a:chOff x="7413403" y="4976359"/>
            <a:chExt cx="2334986" cy="1881641"/>
          </a:xfrm>
        </p:grpSpPr>
        <p:sp>
          <p:nvSpPr>
            <p:cNvPr id="13" name="Freihandform 12">
              <a:extLst>
                <a:ext uri="{FF2B5EF4-FFF2-40B4-BE49-F238E27FC236}">
                  <a16:creationId xmlns:a16="http://schemas.microsoft.com/office/drawing/2014/main" id="{801D8067-144A-FE48-AF1E-529B662DCAD3}"/>
                </a:ext>
              </a:extLst>
            </p:cNvPr>
            <p:cNvSpPr/>
            <p:nvPr userDrawn="1"/>
          </p:nvSpPr>
          <p:spPr>
            <a:xfrm rot="5400000" flipH="1" flipV="1">
              <a:off x="8223822" y="5333433"/>
              <a:ext cx="1881641" cy="1167493"/>
            </a:xfrm>
            <a:custGeom>
              <a:avLst/>
              <a:gdLst>
                <a:gd name="connsiteX0" fmla="*/ 1881641 w 1881641"/>
                <a:gd name="connsiteY0" fmla="*/ 1167473 h 1167493"/>
                <a:gd name="connsiteX1" fmla="*/ 1881641 w 1881641"/>
                <a:gd name="connsiteY1" fmla="*/ 1167493 h 1167493"/>
                <a:gd name="connsiteX2" fmla="*/ 1167493 w 1881641"/>
                <a:gd name="connsiteY2" fmla="*/ 1167493 h 1167493"/>
                <a:gd name="connsiteX3" fmla="*/ 0 w 1881641"/>
                <a:gd name="connsiteY3" fmla="*/ 0 h 1167493"/>
                <a:gd name="connsiteX4" fmla="*/ 714149 w 1881641"/>
                <a:gd name="connsiteY4" fmla="*/ 0 h 1167493"/>
                <a:gd name="connsiteX5" fmla="*/ 1875614 w 1881641"/>
                <a:gd name="connsiteY5" fmla="*/ 1048124 h 1167493"/>
                <a:gd name="connsiteX6" fmla="*/ 1881641 w 1881641"/>
                <a:gd name="connsiteY6" fmla="*/ 1167473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81641" h="1167493">
                  <a:moveTo>
                    <a:pt x="1881641" y="1167473"/>
                  </a:moveTo>
                  <a:lnTo>
                    <a:pt x="1881641" y="1167493"/>
                  </a:lnTo>
                  <a:lnTo>
                    <a:pt x="1167493" y="1167493"/>
                  </a:lnTo>
                  <a:cubicBezTo>
                    <a:pt x="522704" y="1167493"/>
                    <a:pt x="0" y="644789"/>
                    <a:pt x="0" y="0"/>
                  </a:cubicBezTo>
                  <a:lnTo>
                    <a:pt x="714149" y="0"/>
                  </a:lnTo>
                  <a:cubicBezTo>
                    <a:pt x="1318639" y="0"/>
                    <a:pt x="1815827" y="459408"/>
                    <a:pt x="1875614" y="1048124"/>
                  </a:cubicBezTo>
                  <a:lnTo>
                    <a:pt x="1881641" y="1167473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/>
            </a:p>
          </p:txBody>
        </p:sp>
        <p:sp>
          <p:nvSpPr>
            <p:cNvPr id="14" name="Freihandform 13">
              <a:extLst>
                <a:ext uri="{FF2B5EF4-FFF2-40B4-BE49-F238E27FC236}">
                  <a16:creationId xmlns:a16="http://schemas.microsoft.com/office/drawing/2014/main" id="{2ECA7D87-C78C-C140-AA28-C0FB20209045}"/>
                </a:ext>
              </a:extLst>
            </p:cNvPr>
            <p:cNvSpPr/>
            <p:nvPr userDrawn="1"/>
          </p:nvSpPr>
          <p:spPr>
            <a:xfrm rot="16200000" flipV="1">
              <a:off x="7056329" y="5333433"/>
              <a:ext cx="1881641" cy="1167493"/>
            </a:xfrm>
            <a:custGeom>
              <a:avLst/>
              <a:gdLst>
                <a:gd name="connsiteX0" fmla="*/ 1881641 w 1881641"/>
                <a:gd name="connsiteY0" fmla="*/ 1167473 h 1167493"/>
                <a:gd name="connsiteX1" fmla="*/ 1881641 w 1881641"/>
                <a:gd name="connsiteY1" fmla="*/ 1167493 h 1167493"/>
                <a:gd name="connsiteX2" fmla="*/ 1167493 w 1881641"/>
                <a:gd name="connsiteY2" fmla="*/ 1167493 h 1167493"/>
                <a:gd name="connsiteX3" fmla="*/ 0 w 1881641"/>
                <a:gd name="connsiteY3" fmla="*/ 0 h 1167493"/>
                <a:gd name="connsiteX4" fmla="*/ 714149 w 1881641"/>
                <a:gd name="connsiteY4" fmla="*/ 0 h 1167493"/>
                <a:gd name="connsiteX5" fmla="*/ 1875614 w 1881641"/>
                <a:gd name="connsiteY5" fmla="*/ 1048124 h 1167493"/>
                <a:gd name="connsiteX6" fmla="*/ 1881641 w 1881641"/>
                <a:gd name="connsiteY6" fmla="*/ 1167473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81641" h="1167493">
                  <a:moveTo>
                    <a:pt x="1881641" y="1167473"/>
                  </a:moveTo>
                  <a:lnTo>
                    <a:pt x="1881641" y="1167493"/>
                  </a:lnTo>
                  <a:lnTo>
                    <a:pt x="1167493" y="1167493"/>
                  </a:lnTo>
                  <a:cubicBezTo>
                    <a:pt x="522704" y="1167493"/>
                    <a:pt x="0" y="644789"/>
                    <a:pt x="0" y="0"/>
                  </a:cubicBezTo>
                  <a:lnTo>
                    <a:pt x="714149" y="0"/>
                  </a:lnTo>
                  <a:cubicBezTo>
                    <a:pt x="1318639" y="0"/>
                    <a:pt x="1815827" y="459408"/>
                    <a:pt x="1875614" y="1048124"/>
                  </a:cubicBezTo>
                  <a:lnTo>
                    <a:pt x="1881641" y="1167473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/>
            </a:p>
          </p:txBody>
        </p:sp>
      </p:grpSp>
      <p:sp>
        <p:nvSpPr>
          <p:cNvPr id="2" name="Titel 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7492" y="457200"/>
            <a:ext cx="9692640" cy="1371600"/>
          </a:xfrm>
        </p:spPr>
        <p:txBody>
          <a:bodyPr rtlCol="0" anchor="b">
            <a:noAutofit/>
          </a:bodyPr>
          <a:lstStyle>
            <a:lvl1pPr>
              <a:defRPr lang="de-DE" sz="4200" b="1">
                <a:latin typeface="+mj-lt"/>
              </a:defRPr>
            </a:lvl1pPr>
          </a:lstStyle>
          <a:p>
            <a:pPr rtl="0"/>
            <a:r>
              <a:rPr lang="de-DE"/>
              <a:t>Titel durch Klicken hinzuzufügen</a:t>
            </a:r>
          </a:p>
        </p:txBody>
      </p:sp>
      <p:sp>
        <p:nvSpPr>
          <p:cNvPr id="4" name="Inhaltsplatzhalter 2">
            <a:extLst>
              <a:ext uri="{FF2B5EF4-FFF2-40B4-BE49-F238E27FC236}">
                <a16:creationId xmlns:a16="http://schemas.microsoft.com/office/drawing/2014/main" id="{C45E425B-455F-127B-1647-045FD094F15D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1167493" y="2087561"/>
            <a:ext cx="2693306" cy="3890543"/>
          </a:xfrm>
        </p:spPr>
        <p:txBody>
          <a:bodyPr rtlCol="0">
            <a:noAutofit/>
          </a:bodyPr>
          <a:lstStyle>
            <a:lvl1pPr marL="0" indent="0">
              <a:buNone/>
              <a:defRPr lang="de-DE" sz="2000">
                <a:latin typeface="+mn-lt"/>
              </a:defRPr>
            </a:lvl1pPr>
            <a:lvl2pPr marL="457200" indent="0">
              <a:buNone/>
              <a:defRPr lang="de-DE" sz="2000">
                <a:latin typeface="+mn-lt"/>
              </a:defRPr>
            </a:lvl2pPr>
            <a:lvl3pPr marL="914400" indent="0">
              <a:buNone/>
              <a:defRPr lang="de-DE" sz="2000">
                <a:latin typeface="+mn-lt"/>
              </a:defRPr>
            </a:lvl3pPr>
            <a:lvl4pPr marL="1371600" indent="0">
              <a:buNone/>
              <a:defRPr lang="de-DE" sz="2000">
                <a:latin typeface="+mn-lt"/>
              </a:defRPr>
            </a:lvl4pPr>
            <a:lvl5pPr marL="1828800" indent="0">
              <a:buNone/>
              <a:defRPr lang="de-DE" sz="2000">
                <a:latin typeface="+mn-lt"/>
              </a:defRPr>
            </a:lvl5pPr>
          </a:lstStyle>
          <a:p>
            <a:pPr lvl="0" rtl="0"/>
            <a:r>
              <a:rPr lang="de-DE"/>
              <a:t>Text durch Klicken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3" name="Inhaltsplatzhalter 2">
            <a:extLst>
              <a:ext uri="{FF2B5EF4-FFF2-40B4-BE49-F238E27FC236}">
                <a16:creationId xmlns:a16="http://schemas.microsoft.com/office/drawing/2014/main" id="{8A6FC6F2-80B4-49A7-9448-33FE2DF0E96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216400" y="2087563"/>
            <a:ext cx="6730274" cy="3890543"/>
          </a:xfrm>
        </p:spPr>
        <p:txBody>
          <a:bodyPr rtlCol="0">
            <a:noAutofit/>
          </a:bodyPr>
          <a:lstStyle>
            <a:lvl1pPr marL="0" indent="0">
              <a:buNone/>
              <a:defRPr lang="de-DE">
                <a:latin typeface="+mn-lt"/>
              </a:defRPr>
            </a:lvl1pPr>
            <a:lvl2pPr marL="457200" indent="0">
              <a:buNone/>
              <a:defRPr lang="de-DE">
                <a:latin typeface="+mn-lt"/>
              </a:defRPr>
            </a:lvl2pPr>
            <a:lvl3pPr marL="914400" indent="0">
              <a:buNone/>
              <a:defRPr lang="de-DE">
                <a:latin typeface="+mn-lt"/>
              </a:defRPr>
            </a:lvl3pPr>
            <a:lvl4pPr marL="1371600" indent="0">
              <a:buNone/>
              <a:defRPr lang="de-DE">
                <a:latin typeface="+mn-lt"/>
              </a:defRPr>
            </a:lvl4pPr>
            <a:lvl5pPr marL="1828800" indent="0">
              <a:buNone/>
              <a:defRPr lang="de-DE">
                <a:latin typeface="+mn-lt"/>
              </a:defRPr>
            </a:lvl5pPr>
          </a:lstStyle>
          <a:p>
            <a:pPr lvl="0" rtl="0"/>
            <a:r>
              <a:rPr lang="de-DE"/>
              <a:t>Inhalt durch Klicken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10" name="Datumsplatzhalter 3">
            <a:extLst>
              <a:ext uri="{FF2B5EF4-FFF2-40B4-BE49-F238E27FC236}">
                <a16:creationId xmlns:a16="http://schemas.microsoft.com/office/drawing/2014/main" id="{7536C149-3EFE-A94E-902D-57CED00B2C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56350"/>
            <a:ext cx="1701018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lang="de-DE" sz="1200">
                <a:solidFill>
                  <a:schemeClr val="accent3"/>
                </a:solidFill>
                <a:latin typeface="+mn-lt"/>
              </a:defRPr>
            </a:lvl1pPr>
          </a:lstStyle>
          <a:p>
            <a:pPr rtl="0"/>
            <a:r>
              <a:rPr lang="de-DE"/>
              <a:t>08.09.20XX</a:t>
            </a:r>
          </a:p>
        </p:txBody>
      </p:sp>
      <p:sp>
        <p:nvSpPr>
          <p:cNvPr id="11" name="Fußzeilenplatzhalter 4">
            <a:extLst>
              <a:ext uri="{FF2B5EF4-FFF2-40B4-BE49-F238E27FC236}">
                <a16:creationId xmlns:a16="http://schemas.microsoft.com/office/drawing/2014/main" id="{53CA1E78-F17D-F34D-9F81-0DBF44F378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lang="de-DE" sz="1200">
                <a:solidFill>
                  <a:schemeClr val="accent3"/>
                </a:solidFill>
                <a:latin typeface="+mn-lt"/>
              </a:defRPr>
            </a:lvl1pPr>
          </a:lstStyle>
          <a:p>
            <a:pPr rtl="0"/>
            <a:endParaRPr lang="de-DE"/>
          </a:p>
        </p:txBody>
      </p:sp>
      <p:sp>
        <p:nvSpPr>
          <p:cNvPr id="12" name="Foliennummernplatzhalter 5">
            <a:extLst>
              <a:ext uri="{FF2B5EF4-FFF2-40B4-BE49-F238E27FC236}">
                <a16:creationId xmlns:a16="http://schemas.microsoft.com/office/drawing/2014/main" id="{1FE54918-A625-F64F-A42E-A427E9B2D4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153276" y="6356350"/>
            <a:ext cx="1657723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lang="de-DE" sz="1200">
                <a:solidFill>
                  <a:schemeClr val="accent3"/>
                </a:solidFill>
                <a:latin typeface="+mn-lt"/>
              </a:defRPr>
            </a:lvl1pPr>
          </a:lstStyle>
          <a:p>
            <a:pPr rtl="0"/>
            <a:fld id="{294A09A9-5501-47C1-A89A-A340965A2BE2}" type="slidenum">
              <a:rPr lang="de-DE" smtClean="0"/>
              <a:pPr rtl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2709855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el und Inhalt und Bild 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uppe 13">
            <a:extLst>
              <a:ext uri="{FF2B5EF4-FFF2-40B4-BE49-F238E27FC236}">
                <a16:creationId xmlns:a16="http://schemas.microsoft.com/office/drawing/2014/main" id="{79F46B00-4AE8-52A2-6926-FC2F5DD1FA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-2364" y="0"/>
            <a:ext cx="12194364" cy="6858000"/>
            <a:chOff x="-2364" y="0"/>
            <a:chExt cx="12194364" cy="6858000"/>
          </a:xfrm>
        </p:grpSpPr>
        <p:sp>
          <p:nvSpPr>
            <p:cNvPr id="4" name="Freihandform 3">
              <a:extLst>
                <a:ext uri="{FF2B5EF4-FFF2-40B4-BE49-F238E27FC236}">
                  <a16:creationId xmlns:a16="http://schemas.microsoft.com/office/drawing/2014/main" id="{6A7F6A3F-E1DD-A246-9A6D-5F9B18BA2588}"/>
                </a:ext>
              </a:extLst>
            </p:cNvPr>
            <p:cNvSpPr/>
            <p:nvPr userDrawn="1"/>
          </p:nvSpPr>
          <p:spPr>
            <a:xfrm rot="5400000">
              <a:off x="8580896" y="0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0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lnTo>
                    <a:pt x="1167493" y="0"/>
                  </a:lnTo>
                  <a:cubicBezTo>
                    <a:pt x="522704" y="0"/>
                    <a:pt x="0" y="522704"/>
                    <a:pt x="0" y="11674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/>
            </a:p>
          </p:txBody>
        </p:sp>
        <p:sp>
          <p:nvSpPr>
            <p:cNvPr id="5" name="Freihandform 4">
              <a:extLst>
                <a:ext uri="{FF2B5EF4-FFF2-40B4-BE49-F238E27FC236}">
                  <a16:creationId xmlns:a16="http://schemas.microsoft.com/office/drawing/2014/main" id="{055FD0FC-C8FF-6741-A364-A29CDC6F9495}"/>
                </a:ext>
              </a:extLst>
            </p:cNvPr>
            <p:cNvSpPr/>
            <p:nvPr userDrawn="1"/>
          </p:nvSpPr>
          <p:spPr>
            <a:xfrm>
              <a:off x="-2364" y="3246896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>
                <a:latin typeface="+mn-lt"/>
              </a:endParaRPr>
            </a:p>
          </p:txBody>
        </p:sp>
        <p:grpSp>
          <p:nvGrpSpPr>
            <p:cNvPr id="9" name="Gruppe 8">
              <a:extLst>
                <a:ext uri="{FF2B5EF4-FFF2-40B4-BE49-F238E27FC236}">
                  <a16:creationId xmlns:a16="http://schemas.microsoft.com/office/drawing/2014/main" id="{9861BC34-DFBF-2D4F-B463-FCFBC08391FF}"/>
                </a:ext>
              </a:extLst>
            </p:cNvPr>
            <p:cNvGrpSpPr/>
            <p:nvPr userDrawn="1"/>
          </p:nvGrpSpPr>
          <p:grpSpPr>
            <a:xfrm>
              <a:off x="2587417" y="5590903"/>
              <a:ext cx="1572380" cy="1267097"/>
              <a:chOff x="7413403" y="4976359"/>
              <a:chExt cx="2334986" cy="1881641"/>
            </a:xfrm>
          </p:grpSpPr>
          <p:sp>
            <p:nvSpPr>
              <p:cNvPr id="7" name="Freihandform 6">
                <a:extLst>
                  <a:ext uri="{FF2B5EF4-FFF2-40B4-BE49-F238E27FC236}">
                    <a16:creationId xmlns:a16="http://schemas.microsoft.com/office/drawing/2014/main" id="{55C37C19-F268-4A43-A0D4-3B1B38D48952}"/>
                  </a:ext>
                </a:extLst>
              </p:cNvPr>
              <p:cNvSpPr/>
              <p:nvPr userDrawn="1"/>
            </p:nvSpPr>
            <p:spPr>
              <a:xfrm rot="5400000" flipH="1" flipV="1">
                <a:off x="8223822" y="5333433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de-DE"/>
                </a:defPPr>
              </a:lstStyle>
              <a:p>
                <a:pPr algn="ctr" rtl="0"/>
                <a:endParaRPr lang="de-DE">
                  <a:latin typeface="+mn-lt"/>
                </a:endParaRPr>
              </a:p>
            </p:txBody>
          </p:sp>
          <p:sp>
            <p:nvSpPr>
              <p:cNvPr id="8" name="Freihandform 7">
                <a:extLst>
                  <a:ext uri="{FF2B5EF4-FFF2-40B4-BE49-F238E27FC236}">
                    <a16:creationId xmlns:a16="http://schemas.microsoft.com/office/drawing/2014/main" id="{E4F760E5-9D5D-E44F-AEBF-20CA8DE87D11}"/>
                  </a:ext>
                </a:extLst>
              </p:cNvPr>
              <p:cNvSpPr/>
              <p:nvPr userDrawn="1"/>
            </p:nvSpPr>
            <p:spPr>
              <a:xfrm rot="16200000" flipV="1">
                <a:off x="7056329" y="5333433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de-DE"/>
                </a:defPPr>
              </a:lstStyle>
              <a:p>
                <a:pPr algn="ctr" rtl="0"/>
                <a:endParaRPr lang="de-DE">
                  <a:latin typeface="+mn-lt"/>
                </a:endParaRPr>
              </a:p>
            </p:txBody>
          </p:sp>
        </p:grpSp>
      </p:grpSp>
      <p:sp>
        <p:nvSpPr>
          <p:cNvPr id="2" name="Titel 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49489" y="457199"/>
            <a:ext cx="5943599" cy="1920240"/>
          </a:xfrm>
        </p:spPr>
        <p:txBody>
          <a:bodyPr rtlCol="0" anchor="b">
            <a:noAutofit/>
          </a:bodyPr>
          <a:lstStyle>
            <a:lvl1pPr>
              <a:defRPr lang="de-DE" sz="4200" b="1">
                <a:latin typeface="+mj-lt"/>
              </a:defRPr>
            </a:lvl1pPr>
          </a:lstStyle>
          <a:p>
            <a:pPr rtl="0"/>
            <a:r>
              <a:rPr lang="de-DE"/>
              <a:t>Titel durch Klicken hinzuzufügen</a:t>
            </a:r>
          </a:p>
        </p:txBody>
      </p:sp>
      <p:sp>
        <p:nvSpPr>
          <p:cNvPr id="15" name="Inhaltsplatzhalter 2">
            <a:extLst>
              <a:ext uri="{FF2B5EF4-FFF2-40B4-BE49-F238E27FC236}">
                <a16:creationId xmlns:a16="http://schemas.microsoft.com/office/drawing/2014/main" id="{6BBDFA0C-B372-969D-6C8A-F664A4BF8D41}"/>
              </a:ext>
            </a:extLst>
          </p:cNvPr>
          <p:cNvSpPr>
            <a:spLocks noGrp="1" noChangeAspect="1"/>
          </p:cNvSpPr>
          <p:nvPr>
            <p:ph idx="17" hasCustomPrompt="1"/>
          </p:nvPr>
        </p:nvSpPr>
        <p:spPr>
          <a:xfrm>
            <a:off x="823108" y="640080"/>
            <a:ext cx="4297680" cy="4297680"/>
          </a:xfrm>
          <a:prstGeom prst="ellipse">
            <a:avLst/>
          </a:prstGeom>
          <a:solidFill>
            <a:schemeClr val="accent2"/>
          </a:solidFill>
        </p:spPr>
        <p:txBody>
          <a:bodyPr rtlCol="0" anchor="ctr" anchorCtr="0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lang="de-DE" sz="2000">
                <a:latin typeface="+mn-lt"/>
              </a:defRPr>
            </a:lvl1pPr>
            <a:lvl2pPr marL="347663" indent="0" algn="ctr">
              <a:buFont typeface="Arial" panose="020B0604020202020204" pitchFamily="34" charset="0"/>
              <a:buNone/>
              <a:defRPr lang="de-DE" sz="2000">
                <a:latin typeface="+mn-lt"/>
              </a:defRPr>
            </a:lvl2pPr>
            <a:lvl3pPr marL="685800" indent="0" algn="ctr">
              <a:buFont typeface="Arial" panose="020B0604020202020204" pitchFamily="34" charset="0"/>
              <a:buNone/>
              <a:defRPr lang="de-DE" sz="2000">
                <a:latin typeface="+mn-lt"/>
              </a:defRPr>
            </a:lvl3pPr>
            <a:lvl4pPr marL="914400" indent="0" algn="ctr">
              <a:buFont typeface="Arial" panose="020B0604020202020204" pitchFamily="34" charset="0"/>
              <a:buNone/>
              <a:defRPr lang="de-DE" sz="2000">
                <a:latin typeface="+mn-lt"/>
              </a:defRPr>
            </a:lvl4pPr>
            <a:lvl5pPr marL="1143000" indent="0" algn="ctr">
              <a:buFont typeface="Arial" panose="020B0604020202020204" pitchFamily="34" charset="0"/>
              <a:buNone/>
              <a:defRPr lang="de-DE" sz="2000">
                <a:latin typeface="+mn-lt"/>
              </a:defRPr>
            </a:lvl5pPr>
          </a:lstStyle>
          <a:p>
            <a:pPr lvl="0" rtl="0"/>
            <a:r>
              <a:rPr lang="de-DE"/>
              <a:t>Text durch Klicken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10" name="Datumsplatzhalter 3">
            <a:extLst>
              <a:ext uri="{FF2B5EF4-FFF2-40B4-BE49-F238E27FC236}">
                <a16:creationId xmlns:a16="http://schemas.microsoft.com/office/drawing/2014/main" id="{7536C149-3EFE-A94E-902D-57CED00B2C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56350"/>
            <a:ext cx="1767114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lang="de-DE" sz="1200">
                <a:solidFill>
                  <a:schemeClr val="accent2"/>
                </a:solidFill>
                <a:latin typeface="+mn-lt"/>
              </a:defRPr>
            </a:lvl1pPr>
          </a:lstStyle>
          <a:p>
            <a:pPr rtl="0"/>
            <a:r>
              <a:rPr lang="de-DE"/>
              <a:t>08.09.20XX</a:t>
            </a:r>
          </a:p>
        </p:txBody>
      </p:sp>
      <p:sp>
        <p:nvSpPr>
          <p:cNvPr id="11" name="Fußzeilenplatzhalter 4">
            <a:extLst>
              <a:ext uri="{FF2B5EF4-FFF2-40B4-BE49-F238E27FC236}">
                <a16:creationId xmlns:a16="http://schemas.microsoft.com/office/drawing/2014/main" id="{53CA1E78-F17D-F34D-9F81-0DBF44F378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lang="de-DE" sz="1200">
                <a:solidFill>
                  <a:schemeClr val="accent3"/>
                </a:solidFill>
                <a:latin typeface="+mn-lt"/>
              </a:defRPr>
            </a:lvl1pPr>
          </a:lstStyle>
          <a:p>
            <a:pPr rtl="0"/>
            <a:endParaRPr lang="de-DE"/>
          </a:p>
        </p:txBody>
      </p:sp>
      <p:sp>
        <p:nvSpPr>
          <p:cNvPr id="12" name="Foliennummernplatzhalter 5">
            <a:extLst>
              <a:ext uri="{FF2B5EF4-FFF2-40B4-BE49-F238E27FC236}">
                <a16:creationId xmlns:a16="http://schemas.microsoft.com/office/drawing/2014/main" id="{1FE54918-A625-F64F-A42E-A427E9B2D4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153276" y="6356350"/>
            <a:ext cx="1657723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lang="de-DE" sz="1200">
                <a:solidFill>
                  <a:schemeClr val="accent3"/>
                </a:solidFill>
                <a:latin typeface="+mn-lt"/>
              </a:defRPr>
            </a:lvl1pPr>
          </a:lstStyle>
          <a:p>
            <a:pPr rtl="0"/>
            <a:fld id="{294A09A9-5501-47C1-A89A-A340965A2BE2}" type="slidenum">
              <a:rPr lang="de-DE" smtClean="0"/>
              <a:pPr rtl="0"/>
              <a:t>‹Nr.›</a:t>
            </a:fld>
            <a:endParaRPr lang="de-DE"/>
          </a:p>
        </p:txBody>
      </p:sp>
      <p:sp>
        <p:nvSpPr>
          <p:cNvPr id="3" name="Inhaltsplatzhalter 2">
            <a:extLst>
              <a:ext uri="{FF2B5EF4-FFF2-40B4-BE49-F238E27FC236}">
                <a16:creationId xmlns:a16="http://schemas.microsoft.com/office/drawing/2014/main" id="{99A8D2CC-EE75-85FA-1577-88C0BEC7B10C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5549490" y="2706369"/>
            <a:ext cx="5943600" cy="3383279"/>
          </a:xfrm>
        </p:spPr>
        <p:txBody>
          <a:bodyPr rtlCol="0">
            <a:normAutofit/>
          </a:bodyPr>
          <a:lstStyle>
            <a:lvl1pPr marL="283464" indent="-283464">
              <a:spcBef>
                <a:spcPts val="1000"/>
              </a:spcBef>
              <a:buFont typeface="Arial" panose="020B0604020202020204" pitchFamily="34" charset="0"/>
              <a:buChar char="•"/>
              <a:defRPr lang="de-DE" sz="2000">
                <a:solidFill>
                  <a:schemeClr val="tx1"/>
                </a:solidFill>
                <a:latin typeface="+mn-lt"/>
              </a:defRPr>
            </a:lvl1pPr>
            <a:lvl2pPr marL="566928" indent="-283464">
              <a:spcBef>
                <a:spcPts val="1000"/>
              </a:spcBef>
              <a:buFont typeface="Arial" panose="020B0604020202020204" pitchFamily="34" charset="0"/>
              <a:buChar char="•"/>
              <a:defRPr lang="de-DE" sz="2000">
                <a:solidFill>
                  <a:schemeClr val="tx1"/>
                </a:solidFill>
                <a:latin typeface="+mn-lt"/>
              </a:defRPr>
            </a:lvl2pPr>
            <a:lvl3pPr marL="850392" indent="-283464">
              <a:spcBef>
                <a:spcPts val="1000"/>
              </a:spcBef>
              <a:buFont typeface="Arial" panose="020B0604020202020204" pitchFamily="34" charset="0"/>
              <a:buChar char="•"/>
              <a:defRPr lang="de-DE" sz="2000">
                <a:solidFill>
                  <a:schemeClr val="tx1"/>
                </a:solidFill>
                <a:latin typeface="+mn-lt"/>
              </a:defRPr>
            </a:lvl3pPr>
            <a:lvl4pPr marL="1133856" indent="-283464">
              <a:spcBef>
                <a:spcPts val="1000"/>
              </a:spcBef>
              <a:buFont typeface="Arial" panose="020B0604020202020204" pitchFamily="34" charset="0"/>
              <a:buChar char="•"/>
              <a:defRPr lang="de-DE" sz="2000">
                <a:solidFill>
                  <a:schemeClr val="tx1"/>
                </a:solidFill>
                <a:latin typeface="+mn-lt"/>
              </a:defRPr>
            </a:lvl4pPr>
            <a:lvl5pPr marL="1463040" indent="-283464">
              <a:spcBef>
                <a:spcPts val="1000"/>
              </a:spcBef>
              <a:buFont typeface="Arial" panose="020B0604020202020204" pitchFamily="34" charset="0"/>
              <a:buChar char="•"/>
              <a:defRPr lang="de-DE" sz="2000">
                <a:solidFill>
                  <a:schemeClr val="tx1"/>
                </a:solidFill>
                <a:latin typeface="+mn-lt"/>
              </a:defRPr>
            </a:lvl5pPr>
          </a:lstStyle>
          <a:p>
            <a:pPr lvl="0" rtl="0"/>
            <a:r>
              <a:rPr lang="de-DE"/>
              <a:t>Text durch Klicken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5256561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r>
              <a:rPr lang="de-DE"/>
              <a:t>08.09.20XX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pPr rtl="0"/>
            <a:fld id="{294A09A9-5501-47C1-A89A-A340965A2BE2}" type="slidenum">
              <a:rPr lang="de-DE" smtClean="0"/>
              <a:pPr rtl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359628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9" r:id="rId1"/>
    <p:sldLayoutId id="2147483760" r:id="rId2"/>
    <p:sldLayoutId id="2147483761" r:id="rId3"/>
    <p:sldLayoutId id="2147483762" r:id="rId4"/>
    <p:sldLayoutId id="2147483763" r:id="rId5"/>
    <p:sldLayoutId id="2147483764" r:id="rId6"/>
    <p:sldLayoutId id="2147483765" r:id="rId7"/>
    <p:sldLayoutId id="2147483766" r:id="rId8"/>
    <p:sldLayoutId id="2147483767" r:id="rId9"/>
    <p:sldLayoutId id="2147483768" r:id="rId10"/>
    <p:sldLayoutId id="2147483769" r:id="rId11"/>
    <p:sldLayoutId id="2147483770" r:id="rId12"/>
    <p:sldLayoutId id="2147483771" r:id="rId13"/>
    <p:sldLayoutId id="2147483772" r:id="rId14"/>
    <p:sldLayoutId id="2147483773" r:id="rId15"/>
    <p:sldLayoutId id="2147483774" r:id="rId16"/>
    <p:sldLayoutId id="2147483775" r:id="rId17"/>
    <p:sldLayoutId id="2147483777" r:id="rId18"/>
    <p:sldLayoutId id="2147483649" r:id="rId19"/>
    <p:sldLayoutId id="2147483674" r:id="rId20"/>
    <p:sldLayoutId id="2147483668" r:id="rId21"/>
    <p:sldLayoutId id="2147483669" r:id="rId22"/>
    <p:sldLayoutId id="2147483677" r:id="rId23"/>
    <p:sldLayoutId id="2147483676" r:id="rId24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sv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svg"/><Relationship Id="rId9" Type="http://schemas.openxmlformats.org/officeDocument/2006/relationships/image" Target="../media/image19.jpe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svg"/><Relationship Id="rId4" Type="http://schemas.openxmlformats.org/officeDocument/2006/relationships/image" Target="../media/image2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AF8BEBA1-5942-E01C-9296-A89BB70BA2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/>
          <a:srcRect t="16514" b="12481"/>
          <a:stretch>
            <a:fillRect/>
          </a:stretch>
        </p:blipFill>
        <p:spPr bwMode="auto">
          <a:xfrm>
            <a:off x="1167492" y="519176"/>
            <a:ext cx="4500562" cy="4793488"/>
          </a:xfrm>
          <a:prstGeom prst="ellipse">
            <a:avLst/>
          </a:prstGeom>
          <a:solidFill>
            <a:srgbClr val="FFFFFF"/>
          </a:solidFill>
        </p:spPr>
      </p:pic>
      <p:sp>
        <p:nvSpPr>
          <p:cNvPr id="2" name="Titel 1">
            <a:extLst>
              <a:ext uri="{FF2B5EF4-FFF2-40B4-BE49-F238E27FC236}">
                <a16:creationId xmlns:a16="http://schemas.microsoft.com/office/drawing/2014/main" id="{51DF3D98-3C30-4CFC-8643-C81E829C8C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7492" y="1545336"/>
            <a:ext cx="6015946" cy="4438650"/>
          </a:xfrm>
        </p:spPr>
        <p:txBody>
          <a:bodyPr rtlCol="0" anchor="ctr">
            <a:normAutofit/>
          </a:bodyPr>
          <a:lstStyle>
            <a:defPPr>
              <a:defRPr lang="de-DE"/>
            </a:defPPr>
          </a:lstStyle>
          <a:p>
            <a:br>
              <a:rPr lang="de-DE" sz="4700" dirty="0"/>
            </a:br>
            <a:r>
              <a:rPr lang="de-DE" sz="2400" dirty="0"/>
              <a:t>Dein smarter Küchenbegleiter</a:t>
            </a:r>
            <a:endParaRPr lang="de-DE" sz="4700" dirty="0"/>
          </a:p>
        </p:txBody>
      </p:sp>
    </p:spTree>
    <p:extLst>
      <p:ext uri="{BB962C8B-B14F-4D97-AF65-F5344CB8AC3E}">
        <p14:creationId xmlns:p14="http://schemas.microsoft.com/office/powerpoint/2010/main" val="22593088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 1">
            <a:extLst>
              <a:ext uri="{FF2B5EF4-FFF2-40B4-BE49-F238E27FC236}">
                <a16:creationId xmlns:a16="http://schemas.microsoft.com/office/drawing/2014/main" id="{912DF434-28DB-4621-A497-D62C41CE04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Agenda</a:t>
            </a:r>
          </a:p>
        </p:txBody>
      </p:sp>
      <p:sp>
        <p:nvSpPr>
          <p:cNvPr id="3" name="Inhaltsplatzhalter 2">
            <a:extLst>
              <a:ext uri="{FF2B5EF4-FFF2-40B4-BE49-F238E27FC236}">
                <a16:creationId xmlns:a16="http://schemas.microsoft.com/office/drawing/2014/main" id="{22788C46-D0BC-4307-AE55-7601A139E7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>
            <a:defPPr>
              <a:defRPr lang="de-DE"/>
            </a:defPPr>
          </a:lstStyle>
          <a:p>
            <a:pPr rtl="0"/>
            <a:r>
              <a:rPr lang="de-DE" dirty="0"/>
              <a:t>Einführung</a:t>
            </a:r>
          </a:p>
          <a:p>
            <a:pPr rtl="0"/>
            <a:r>
              <a:rPr lang="de-DE" dirty="0"/>
              <a:t>Produktidee </a:t>
            </a:r>
          </a:p>
          <a:p>
            <a:pPr rtl="0"/>
            <a:r>
              <a:rPr lang="de-DE" dirty="0"/>
              <a:t>System-Architektur</a:t>
            </a:r>
          </a:p>
          <a:p>
            <a:pPr rtl="0"/>
            <a:r>
              <a:rPr lang="de-DE" dirty="0" err="1"/>
              <a:t>Lessons</a:t>
            </a:r>
            <a:r>
              <a:rPr lang="de-DE" dirty="0"/>
              <a:t> </a:t>
            </a:r>
            <a:r>
              <a:rPr lang="de-DE" dirty="0" err="1"/>
              <a:t>Learned</a:t>
            </a:r>
            <a:endParaRPr lang="de-DE" dirty="0"/>
          </a:p>
          <a:p>
            <a:pPr rtl="0"/>
            <a:r>
              <a:rPr lang="de-DE" dirty="0"/>
              <a:t>Fazit</a:t>
            </a:r>
          </a:p>
        </p:txBody>
      </p:sp>
    </p:spTree>
    <p:extLst>
      <p:ext uri="{BB962C8B-B14F-4D97-AF65-F5344CB8AC3E}">
        <p14:creationId xmlns:p14="http://schemas.microsoft.com/office/powerpoint/2010/main" val="13256085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 1">
            <a:extLst>
              <a:ext uri="{FF2B5EF4-FFF2-40B4-BE49-F238E27FC236}">
                <a16:creationId xmlns:a16="http://schemas.microsoft.com/office/drawing/2014/main" id="{12EAA093-E00B-31E9-0A13-71142E30E5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13172" y="548745"/>
            <a:ext cx="5676927" cy="3269447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Einführung</a:t>
            </a:r>
          </a:p>
        </p:txBody>
      </p:sp>
    </p:spTree>
    <p:extLst>
      <p:ext uri="{BB962C8B-B14F-4D97-AF65-F5344CB8AC3E}">
        <p14:creationId xmlns:p14="http://schemas.microsoft.com/office/powerpoint/2010/main" val="17040527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44D4FC9-E541-96A8-D4F0-2ECEABF6B8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8865" y="2017467"/>
            <a:ext cx="8579495" cy="391765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285750" indent="-285750">
              <a:buFont typeface="Arial"/>
              <a:buChar char="•"/>
            </a:pPr>
            <a:r>
              <a:rPr lang="de-DE" b="1" dirty="0">
                <a:ea typeface="+mn-lt"/>
                <a:cs typeface="+mn-lt"/>
              </a:rPr>
              <a:t>Ziel des Projekts: </a:t>
            </a:r>
            <a:r>
              <a:rPr lang="de-DE" dirty="0">
                <a:ea typeface="+mn-lt"/>
                <a:cs typeface="+mn-lt"/>
              </a:rPr>
              <a:t>Entwicklung einer innovativen mobilen Anwendung, die als smarter Küchenbegleiter fungiert und Nutzern hilft, effizienter und bewusster zu kochen.</a:t>
            </a:r>
          </a:p>
          <a:p>
            <a:pPr marL="285750" indent="-285750">
              <a:buFont typeface="Arial"/>
              <a:buChar char="•"/>
            </a:pPr>
            <a:r>
              <a:rPr lang="de-DE" b="1" dirty="0">
                <a:ea typeface="+mn-lt"/>
                <a:cs typeface="+mn-lt"/>
              </a:rPr>
              <a:t>Motivation: </a:t>
            </a:r>
            <a:r>
              <a:rPr lang="de-DE" dirty="0">
                <a:ea typeface="+mn-lt"/>
                <a:cs typeface="+mn-lt"/>
              </a:rPr>
              <a:t>Lebensmittelverschwendung reduzieren, Zeit sparen und gesundere Ernährung fördern</a:t>
            </a:r>
          </a:p>
          <a:p>
            <a:pPr marL="285750" indent="-285750">
              <a:buFont typeface="Arial"/>
              <a:buChar char="•"/>
            </a:pPr>
            <a:r>
              <a:rPr lang="de-DE" b="1" dirty="0">
                <a:ea typeface="+mn-lt"/>
                <a:cs typeface="+mn-lt"/>
              </a:rPr>
              <a:t>Team: </a:t>
            </a:r>
            <a:endParaRPr lang="de-DE" b="1" dirty="0"/>
          </a:p>
        </p:txBody>
      </p:sp>
      <p:pic>
        <p:nvPicPr>
          <p:cNvPr id="4" name="Bildplatzhalter 4" descr="Ein Bild, das Person, Menschliches Gesicht, Wand, Im Haus enthält.&#10;&#10;Beschreibung automatisch generiert.">
            <a:extLst>
              <a:ext uri="{FF2B5EF4-FFF2-40B4-BE49-F238E27FC236}">
                <a16:creationId xmlns:a16="http://schemas.microsoft.com/office/drawing/2014/main" id="{E2C1E5E3-6E2C-8E91-3500-51C04DC8917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250" b="9250"/>
          <a:stretch/>
        </p:blipFill>
        <p:spPr>
          <a:xfrm>
            <a:off x="2653224" y="3828274"/>
            <a:ext cx="1900468" cy="1900468"/>
          </a:xfrm>
          <a:prstGeom prst="ellipse">
            <a:avLst/>
          </a:prstGeom>
          <a:solidFill>
            <a:schemeClr val="accent2"/>
          </a:solidFill>
        </p:spPr>
      </p:pic>
      <p:sp>
        <p:nvSpPr>
          <p:cNvPr id="8" name="Inhaltsplatzhalter 2">
            <a:extLst>
              <a:ext uri="{FF2B5EF4-FFF2-40B4-BE49-F238E27FC236}">
                <a16:creationId xmlns:a16="http://schemas.microsoft.com/office/drawing/2014/main" id="{37B4D25C-EA78-415F-CD08-A1EF4F4009BD}"/>
              </a:ext>
            </a:extLst>
          </p:cNvPr>
          <p:cNvSpPr txBox="1">
            <a:spLocks/>
          </p:cNvSpPr>
          <p:nvPr/>
        </p:nvSpPr>
        <p:spPr>
          <a:xfrm>
            <a:off x="2376976" y="5753868"/>
            <a:ext cx="2452965" cy="340353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defPPr>
              <a:defRPr lang="de-DE"/>
            </a:defPPr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de-DE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de-DE" dirty="0"/>
              <a:t>Danny Meihöfer</a:t>
            </a:r>
          </a:p>
        </p:txBody>
      </p:sp>
      <p:pic>
        <p:nvPicPr>
          <p:cNvPr id="9" name="Bildplatzhalter 7" descr="Ein Bild, das Person, Menschliches Gesicht, Kleidung, Krawatte enthält.&#10;&#10;Beschreibung automatisch generiert.">
            <a:extLst>
              <a:ext uri="{FF2B5EF4-FFF2-40B4-BE49-F238E27FC236}">
                <a16:creationId xmlns:a16="http://schemas.microsoft.com/office/drawing/2014/main" id="{517DB83C-4E7E-4618-C3FD-16EDBFB2A7F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" r="19"/>
          <a:stretch/>
        </p:blipFill>
        <p:spPr>
          <a:xfrm>
            <a:off x="5146157" y="3828274"/>
            <a:ext cx="1899683" cy="1901270"/>
          </a:xfrm>
          <a:prstGeom prst="ellipse">
            <a:avLst/>
          </a:prstGeom>
        </p:spPr>
      </p:pic>
      <p:sp>
        <p:nvSpPr>
          <p:cNvPr id="10" name="Inhaltsplatzhalter 2">
            <a:extLst>
              <a:ext uri="{FF2B5EF4-FFF2-40B4-BE49-F238E27FC236}">
                <a16:creationId xmlns:a16="http://schemas.microsoft.com/office/drawing/2014/main" id="{C20D5868-0D9C-5363-C7A5-3F013FD56EF9}"/>
              </a:ext>
            </a:extLst>
          </p:cNvPr>
          <p:cNvSpPr txBox="1">
            <a:spLocks/>
          </p:cNvSpPr>
          <p:nvPr/>
        </p:nvSpPr>
        <p:spPr>
          <a:xfrm>
            <a:off x="4869517" y="5753868"/>
            <a:ext cx="2452965" cy="340353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defPPr>
              <a:defRPr lang="de-DE"/>
            </a:defPPr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de-DE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de-DE" dirty="0"/>
              <a:t>Bjarne</a:t>
            </a:r>
            <a:br>
              <a:rPr lang="de-DE" dirty="0"/>
            </a:br>
            <a:r>
              <a:rPr lang="de-DE" dirty="0"/>
              <a:t>Zaremba</a:t>
            </a:r>
          </a:p>
        </p:txBody>
      </p:sp>
      <p:sp>
        <p:nvSpPr>
          <p:cNvPr id="5" name="Titel 1">
            <a:extLst>
              <a:ext uri="{FF2B5EF4-FFF2-40B4-BE49-F238E27FC236}">
                <a16:creationId xmlns:a16="http://schemas.microsoft.com/office/drawing/2014/main" id="{085F7AAD-0C5E-D4FA-8FB5-53A3EC52E2C4}"/>
              </a:ext>
            </a:extLst>
          </p:cNvPr>
          <p:cNvSpPr txBox="1">
            <a:spLocks/>
          </p:cNvSpPr>
          <p:nvPr/>
        </p:nvSpPr>
        <p:spPr>
          <a:xfrm>
            <a:off x="1158864" y="984336"/>
            <a:ext cx="9779183" cy="1273179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de-DE" dirty="0"/>
              <a:t>Projektüberblick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520207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507943A-D1E1-802C-BEA7-31950B3F7C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8864" y="984336"/>
            <a:ext cx="9779183" cy="1273179"/>
          </a:xfrm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de-DE" dirty="0"/>
              <a:t>Kontext der Entwicklung</a:t>
            </a:r>
            <a:endParaRPr lang="de-DE" b="0" dirty="0"/>
          </a:p>
          <a:p>
            <a:endParaRPr lang="de-DE" b="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6DEF909-1644-DB99-3B91-3FEA61FD24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8865" y="2017467"/>
            <a:ext cx="8488055" cy="4056928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buFont typeface="Arial"/>
              <a:buChar char="•"/>
            </a:pPr>
            <a:r>
              <a:rPr lang="de-DE" b="1" dirty="0">
                <a:ea typeface="+mn-lt"/>
                <a:cs typeface="+mn-lt"/>
              </a:rPr>
              <a:t>Hintergrund: </a:t>
            </a:r>
            <a:r>
              <a:rPr lang="de-DE" dirty="0">
                <a:ea typeface="+mn-lt"/>
                <a:cs typeface="+mn-lt"/>
              </a:rPr>
              <a:t>Entwicklung im Rahmen des Moduls „</a:t>
            </a:r>
            <a:r>
              <a:rPr lang="de-DE" dirty="0" err="1">
                <a:ea typeface="+mn-lt"/>
                <a:cs typeface="+mn-lt"/>
              </a:rPr>
              <a:t>Full-stack</a:t>
            </a:r>
            <a:r>
              <a:rPr lang="de-DE" dirty="0">
                <a:ea typeface="+mn-lt"/>
                <a:cs typeface="+mn-lt"/>
              </a:rPr>
              <a:t> Development“, bei der moderne Webtechnologien und Softwareengineering im Vordergrund standen</a:t>
            </a:r>
          </a:p>
          <a:p>
            <a:pPr>
              <a:buFont typeface="Arial"/>
              <a:buChar char="•"/>
            </a:pPr>
            <a:r>
              <a:rPr lang="de-DE" b="1" dirty="0">
                <a:ea typeface="+mn-lt"/>
                <a:cs typeface="+mn-lt"/>
              </a:rPr>
              <a:t>Zielgruppe:</a:t>
            </a:r>
          </a:p>
          <a:p>
            <a:pPr lvl="1">
              <a:buFont typeface="Arial"/>
              <a:buChar char="•"/>
            </a:pPr>
            <a:r>
              <a:rPr lang="de-DE" dirty="0">
                <a:ea typeface="+mn-lt"/>
                <a:cs typeface="+mn-lt"/>
              </a:rPr>
              <a:t>Studierende, die ein begrenztes Budget zum Kochen haben</a:t>
            </a:r>
          </a:p>
          <a:p>
            <a:pPr lvl="1">
              <a:buFont typeface="Arial"/>
              <a:buChar char="•"/>
            </a:pPr>
            <a:r>
              <a:rPr lang="de-DE" dirty="0">
                <a:ea typeface="+mn-lt"/>
                <a:cs typeface="+mn-lt"/>
              </a:rPr>
              <a:t>Familien, die Unterstützung bei der Planung und Zubereitung gesunder Mahlzeiten brauchen</a:t>
            </a:r>
          </a:p>
          <a:p>
            <a:pPr lvl="1">
              <a:buFont typeface="Arial"/>
              <a:buChar char="•"/>
            </a:pPr>
            <a:r>
              <a:rPr lang="de-DE" dirty="0">
                <a:ea typeface="+mn-lt"/>
                <a:cs typeface="+mn-lt"/>
              </a:rPr>
              <a:t>Umweltbewusste Verbraucher, die Hilfe bei der Resteverwertung brauchen, um Lebensmittelverschwendung zu reduzieren</a:t>
            </a:r>
          </a:p>
          <a:p>
            <a:pPr lvl="1">
              <a:buFont typeface="Arial"/>
              <a:buChar char="•"/>
            </a:pPr>
            <a:r>
              <a:rPr lang="de-DE" dirty="0">
                <a:ea typeface="+mn-lt"/>
                <a:cs typeface="+mn-lt"/>
              </a:rPr>
              <a:t>Berufstätige, die sich schnelle, einfache Rezepte für den hektischen Alltag wünschen</a:t>
            </a:r>
          </a:p>
          <a:p>
            <a:pPr>
              <a:buFont typeface="Arial"/>
              <a:buChar char="•"/>
            </a:pPr>
            <a:endParaRPr lang="de-DE" dirty="0"/>
          </a:p>
          <a:p>
            <a:pPr marL="285750" indent="-285750">
              <a:buFont typeface="Arial"/>
              <a:buChar char="•"/>
            </a:pPr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9555916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FDE26B-DB45-681D-0094-821B0E7695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 1">
            <a:extLst>
              <a:ext uri="{FF2B5EF4-FFF2-40B4-BE49-F238E27FC236}">
                <a16:creationId xmlns:a16="http://schemas.microsoft.com/office/drawing/2014/main" id="{C36FED89-4CD4-5E46-F4B5-722BC5983E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13172" y="548745"/>
            <a:ext cx="5676927" cy="3269447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Produktidee</a:t>
            </a:r>
          </a:p>
        </p:txBody>
      </p:sp>
    </p:spTree>
    <p:extLst>
      <p:ext uri="{BB962C8B-B14F-4D97-AF65-F5344CB8AC3E}">
        <p14:creationId xmlns:p14="http://schemas.microsoft.com/office/powerpoint/2010/main" val="32078663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66325E-6C45-627F-E9C4-C988B4500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67D3F91-6CEF-5EF9-9730-4192E3FE6D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8865" y="2017467"/>
            <a:ext cx="9779182" cy="391765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285750" indent="-285750">
              <a:buFont typeface="Arial"/>
              <a:buChar char="•"/>
            </a:pPr>
            <a:r>
              <a:rPr lang="de-DE" b="1" dirty="0"/>
              <a:t>Zutaten-Erkennung: </a:t>
            </a:r>
            <a:r>
              <a:rPr lang="de-DE" dirty="0"/>
              <a:t>Automatisches Scannen mithilfe von Bilderkennung</a:t>
            </a:r>
          </a:p>
          <a:p>
            <a:pPr marL="285750" indent="-285750">
              <a:buFont typeface="Arial"/>
              <a:buChar char="•"/>
            </a:pPr>
            <a:r>
              <a:rPr lang="de-DE" b="1" dirty="0"/>
              <a:t>Rezeptsuche: </a:t>
            </a:r>
            <a:r>
              <a:rPr lang="de-DE" dirty="0"/>
              <a:t>Über 5000 Rezepte basierend auf gescannten Zutaten</a:t>
            </a:r>
          </a:p>
          <a:p>
            <a:pPr marL="285750" indent="-285750">
              <a:buFont typeface="Arial"/>
              <a:buChar char="•"/>
            </a:pPr>
            <a:r>
              <a:rPr lang="de-DE" b="1" dirty="0"/>
              <a:t>Community-Integration: </a:t>
            </a:r>
            <a:r>
              <a:rPr lang="de-DE" dirty="0"/>
              <a:t>Erstellen und Teilen von Rezepten</a:t>
            </a:r>
          </a:p>
          <a:p>
            <a:pPr marL="285750" indent="-285750">
              <a:buFont typeface="Arial"/>
              <a:buChar char="•"/>
            </a:pPr>
            <a:r>
              <a:rPr lang="de-DE" b="1" dirty="0"/>
              <a:t>Filteroptionen: </a:t>
            </a:r>
            <a:r>
              <a:rPr lang="de-DE" dirty="0"/>
              <a:t>Nährwerte, Zeit, vegan und mehr.</a:t>
            </a:r>
          </a:p>
          <a:p>
            <a:pPr marL="285750" indent="-285750">
              <a:buFont typeface="Arial"/>
              <a:buChar char="•"/>
            </a:pPr>
            <a:r>
              <a:rPr lang="de-DE" b="1" dirty="0"/>
              <a:t>Achievements: </a:t>
            </a:r>
            <a:r>
              <a:rPr lang="de-DE" dirty="0"/>
              <a:t>Erreiche motivierende Kochziele</a:t>
            </a:r>
          </a:p>
          <a:p>
            <a:pPr marL="285750" indent="-285750">
              <a:buFont typeface="Arial"/>
              <a:buChar char="•"/>
            </a:pPr>
            <a:r>
              <a:rPr lang="de-DE" b="1" dirty="0"/>
              <a:t>Wochenplanung: </a:t>
            </a:r>
            <a:r>
              <a:rPr lang="de-DE" dirty="0"/>
              <a:t>Planen von Rezepten für die ganze Woche</a:t>
            </a:r>
          </a:p>
          <a:p>
            <a:pPr marL="285750" indent="-285750">
              <a:buFont typeface="Arial"/>
              <a:buChar char="•"/>
            </a:pPr>
            <a:r>
              <a:rPr lang="de-DE" b="1" dirty="0"/>
              <a:t>Automatische Einkaufslisten: </a:t>
            </a:r>
            <a:r>
              <a:rPr lang="de-DE" dirty="0"/>
              <a:t>Generiert basierend auf Wochenplan</a:t>
            </a:r>
            <a:endParaRPr lang="de-DE" b="1" dirty="0"/>
          </a:p>
        </p:txBody>
      </p:sp>
      <p:sp>
        <p:nvSpPr>
          <p:cNvPr id="5" name="Titel 1">
            <a:extLst>
              <a:ext uri="{FF2B5EF4-FFF2-40B4-BE49-F238E27FC236}">
                <a16:creationId xmlns:a16="http://schemas.microsoft.com/office/drawing/2014/main" id="{F7D3D9B3-B801-06B2-3B7D-E675D7472BBD}"/>
              </a:ext>
            </a:extLst>
          </p:cNvPr>
          <p:cNvSpPr txBox="1">
            <a:spLocks/>
          </p:cNvSpPr>
          <p:nvPr/>
        </p:nvSpPr>
        <p:spPr>
          <a:xfrm>
            <a:off x="1158864" y="984336"/>
            <a:ext cx="9779183" cy="1273179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de-DE" dirty="0"/>
              <a:t>Features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411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C4CBB8-C56A-3671-3DB4-50539040F6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7C5D5F4-B141-BE08-18CF-8A0329B900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8865" y="2017467"/>
            <a:ext cx="9779182" cy="391765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de-DE" b="1" dirty="0"/>
              <a:t>Kurzfristige Ziele: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b="1" dirty="0"/>
              <a:t>Markteinführung: </a:t>
            </a:r>
            <a:r>
              <a:rPr lang="de-DE" dirty="0"/>
              <a:t>Erfolgreicher Launch der App auf Android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b="1" dirty="0"/>
              <a:t>Community-Wachstum: </a:t>
            </a:r>
            <a:r>
              <a:rPr lang="de-DE" dirty="0"/>
              <a:t>Aufbau einer aktiven Nutzerbasis -&gt; Profitabilität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b="1" dirty="0"/>
              <a:t>Feature-Optimierung: </a:t>
            </a:r>
            <a:r>
              <a:rPr lang="de-DE" dirty="0"/>
              <a:t>Umsetzen von Community-Feedback</a:t>
            </a:r>
          </a:p>
          <a:p>
            <a:pPr>
              <a:buFont typeface="Arial" panose="020B0604020202020204" pitchFamily="34" charset="0"/>
              <a:buChar char="•"/>
            </a:pPr>
            <a:endParaRPr lang="de-DE" dirty="0"/>
          </a:p>
          <a:p>
            <a:pPr marL="0" indent="0">
              <a:buNone/>
            </a:pPr>
            <a:r>
              <a:rPr lang="de-DE" b="1" dirty="0"/>
              <a:t>Langfristige Visionen: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b="1" dirty="0"/>
              <a:t>Erweiterung: </a:t>
            </a:r>
            <a:r>
              <a:rPr lang="de-DE" dirty="0"/>
              <a:t>Integration zusätzlicher Funktionen wie AR-Kochen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b="1" dirty="0"/>
              <a:t>Globale Verfügbarkeit: </a:t>
            </a:r>
            <a:r>
              <a:rPr lang="de-DE" dirty="0"/>
              <a:t>Bereitstellung der App in weiteren Sprachen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b="1" dirty="0"/>
              <a:t>Eigenes KI-Modell: </a:t>
            </a:r>
            <a:r>
              <a:rPr lang="de-DE" dirty="0"/>
              <a:t>Zutatenerkennung und Kreation eigener Rezepte</a:t>
            </a:r>
            <a:endParaRPr lang="de-DE" b="1" dirty="0"/>
          </a:p>
          <a:p>
            <a:endParaRPr lang="de-DE" dirty="0"/>
          </a:p>
        </p:txBody>
      </p:sp>
      <p:sp>
        <p:nvSpPr>
          <p:cNvPr id="5" name="Titel 1">
            <a:extLst>
              <a:ext uri="{FF2B5EF4-FFF2-40B4-BE49-F238E27FC236}">
                <a16:creationId xmlns:a16="http://schemas.microsoft.com/office/drawing/2014/main" id="{895CA61C-EDD0-8A9D-8711-EA35E628776C}"/>
              </a:ext>
            </a:extLst>
          </p:cNvPr>
          <p:cNvSpPr txBox="1">
            <a:spLocks/>
          </p:cNvSpPr>
          <p:nvPr/>
        </p:nvSpPr>
        <p:spPr>
          <a:xfrm>
            <a:off x="1158864" y="984336"/>
            <a:ext cx="9779183" cy="1273179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de-DE" dirty="0"/>
              <a:t>Ziele und Visionen</a:t>
            </a:r>
          </a:p>
          <a:p>
            <a:endParaRPr lang="de-DE" dirty="0"/>
          </a:p>
        </p:txBody>
      </p:sp>
      <p:pic>
        <p:nvPicPr>
          <p:cNvPr id="6" name="Grafik 5" descr="Volltreffer Silhouette">
            <a:extLst>
              <a:ext uri="{FF2B5EF4-FFF2-40B4-BE49-F238E27FC236}">
                <a16:creationId xmlns:a16="http://schemas.microsoft.com/office/drawing/2014/main" id="{D88A453B-5BD5-E839-4805-90A096DB53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77225" y="922875"/>
            <a:ext cx="914400" cy="914400"/>
          </a:xfrm>
          <a:prstGeom prst="rect">
            <a:avLst/>
          </a:prstGeom>
        </p:spPr>
      </p:pic>
      <p:pic>
        <p:nvPicPr>
          <p:cNvPr id="8" name="Grafik 7" descr="Kennzeichen Silhouette">
            <a:extLst>
              <a:ext uri="{FF2B5EF4-FFF2-40B4-BE49-F238E27FC236}">
                <a16:creationId xmlns:a16="http://schemas.microsoft.com/office/drawing/2014/main" id="{E9A64CEE-462B-32D0-52B6-D695CA7DE7B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829425" y="496406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50824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74B334-DD14-F384-B246-FE95B70811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E87E5F1-265D-3E30-74D6-BF6D0FAA8D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8865" y="2017467"/>
            <a:ext cx="8332607" cy="391765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de-DE" b="1" dirty="0"/>
              <a:t>Zielmarkt: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b="1" dirty="0"/>
              <a:t>Wachsender Bedarf: </a:t>
            </a:r>
            <a:r>
              <a:rPr lang="de-DE" dirty="0"/>
              <a:t>Steigendes Interesse an gesundem und nachhaltigem Kochen, besonders bei jüngeren Generationen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b="1" dirty="0"/>
              <a:t>Breite Zielgruppe: </a:t>
            </a:r>
            <a:r>
              <a:rPr lang="de-DE" dirty="0"/>
              <a:t>Verschiedene Zielgruppen, wie Familien, Studenten, Berufstätige</a:t>
            </a:r>
          </a:p>
          <a:p>
            <a:pPr marL="0" indent="0">
              <a:buNone/>
            </a:pPr>
            <a:r>
              <a:rPr lang="de-DE" b="1" dirty="0"/>
              <a:t>Branchenanalyse: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b="1" dirty="0"/>
              <a:t>Trends: </a:t>
            </a:r>
            <a:r>
              <a:rPr lang="de-DE" dirty="0"/>
              <a:t>Zunehmende Beliebtheit von Mobile Apps für Essensplanung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b="1" dirty="0"/>
              <a:t>Wettbewerbsvorteil: </a:t>
            </a:r>
            <a:r>
              <a:rPr lang="de-DE" dirty="0"/>
              <a:t>Innovative Features wie Communityintegration und Bilderkennung</a:t>
            </a:r>
          </a:p>
          <a:p>
            <a:pPr>
              <a:buFont typeface="Arial" panose="020B0604020202020204" pitchFamily="34" charset="0"/>
              <a:buChar char="•"/>
            </a:pPr>
            <a:endParaRPr lang="de-DE" b="1" dirty="0"/>
          </a:p>
        </p:txBody>
      </p:sp>
      <p:sp>
        <p:nvSpPr>
          <p:cNvPr id="5" name="Titel 1">
            <a:extLst>
              <a:ext uri="{FF2B5EF4-FFF2-40B4-BE49-F238E27FC236}">
                <a16:creationId xmlns:a16="http://schemas.microsoft.com/office/drawing/2014/main" id="{9409E509-120E-48DF-902C-A9BBDAF9B2A9}"/>
              </a:ext>
            </a:extLst>
          </p:cNvPr>
          <p:cNvSpPr txBox="1">
            <a:spLocks/>
          </p:cNvSpPr>
          <p:nvPr/>
        </p:nvSpPr>
        <p:spPr>
          <a:xfrm>
            <a:off x="1158864" y="984336"/>
            <a:ext cx="9779183" cy="1273179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de-DE" dirty="0"/>
              <a:t>Marktpotenzial</a:t>
            </a:r>
          </a:p>
          <a:p>
            <a:endParaRPr lang="de-DE" dirty="0"/>
          </a:p>
        </p:txBody>
      </p:sp>
      <p:pic>
        <p:nvPicPr>
          <p:cNvPr id="9" name="Grafik 8" descr="Aufwärtstrend Silhouette">
            <a:extLst>
              <a:ext uri="{FF2B5EF4-FFF2-40B4-BE49-F238E27FC236}">
                <a16:creationId xmlns:a16="http://schemas.microsoft.com/office/drawing/2014/main" id="{B0DB58AC-EFF2-AF55-DA11-C07171A922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0900" y="527136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62322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AE2B83-36F2-6183-8215-4EF158ECBD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AD98EE2-6A58-9187-59BD-1EE4F1CC6E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8865" y="1790700"/>
            <a:ext cx="7451735" cy="4886325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de-DE" b="1" dirty="0"/>
              <a:t>Freemium-Modell: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b="1" dirty="0"/>
              <a:t>Basisversion: </a:t>
            </a:r>
            <a:r>
              <a:rPr lang="de-DE" dirty="0"/>
              <a:t>Kostenloser Zugriff auf grundlegende Funktionen wie Zutaten-Erkennung und einfache Rezeptsuche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b="1" dirty="0"/>
              <a:t>Premiumversion: </a:t>
            </a:r>
            <a:r>
              <a:rPr lang="de-DE" dirty="0"/>
              <a:t>Zusätzliche Funktionen wie erweiterter Rezeptfilter, Wochenplanung und Werbefreiheit</a:t>
            </a:r>
          </a:p>
          <a:p>
            <a:pPr marL="0" indent="0">
              <a:buNone/>
            </a:pPr>
            <a:r>
              <a:rPr lang="de-DE" b="1" dirty="0"/>
              <a:t>In-App-Käufe: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b="1" dirty="0"/>
              <a:t>Themenpakete: </a:t>
            </a:r>
            <a:r>
              <a:rPr lang="de-DE" dirty="0"/>
              <a:t>Spezielle Rezeptpakete (z.B. Diät)</a:t>
            </a:r>
          </a:p>
          <a:p>
            <a:pPr marL="0" indent="0">
              <a:buNone/>
            </a:pPr>
            <a:r>
              <a:rPr lang="de-DE" b="1" dirty="0"/>
              <a:t>Partnerschaften: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b="1" dirty="0"/>
              <a:t>Lebensmitteldienste: </a:t>
            </a:r>
            <a:r>
              <a:rPr lang="de-DE" dirty="0"/>
              <a:t>Kooperation mit Supermärkten zur Einbindung von Rabattaktionen oder vorgeschlagenen Produkten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b="1" dirty="0"/>
              <a:t>Produktplatzierung: </a:t>
            </a:r>
            <a:r>
              <a:rPr lang="de-DE" dirty="0"/>
              <a:t>Platzierung von spezifischen Markenprodukten bei den Zutatenvorschlägen</a:t>
            </a:r>
            <a:endParaRPr lang="de-DE" b="1" dirty="0"/>
          </a:p>
        </p:txBody>
      </p:sp>
      <p:sp>
        <p:nvSpPr>
          <p:cNvPr id="5" name="Titel 1">
            <a:extLst>
              <a:ext uri="{FF2B5EF4-FFF2-40B4-BE49-F238E27FC236}">
                <a16:creationId xmlns:a16="http://schemas.microsoft.com/office/drawing/2014/main" id="{3329FF14-8834-3EDF-6E6E-148F863A3E5D}"/>
              </a:ext>
            </a:extLst>
          </p:cNvPr>
          <p:cNvSpPr txBox="1">
            <a:spLocks/>
          </p:cNvSpPr>
          <p:nvPr/>
        </p:nvSpPr>
        <p:spPr>
          <a:xfrm>
            <a:off x="1158864" y="984336"/>
            <a:ext cx="9779183" cy="1273179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de-DE" dirty="0"/>
              <a:t>Monetarisierung</a:t>
            </a:r>
          </a:p>
          <a:p>
            <a:endParaRPr lang="de-DE" dirty="0"/>
          </a:p>
        </p:txBody>
      </p:sp>
      <p:pic>
        <p:nvPicPr>
          <p:cNvPr id="4" name="Grafik 3" descr="Fliegendes Geld Silhouette">
            <a:extLst>
              <a:ext uri="{FF2B5EF4-FFF2-40B4-BE49-F238E27FC236}">
                <a16:creationId xmlns:a16="http://schemas.microsoft.com/office/drawing/2014/main" id="{041EB86D-9994-E0B6-538A-553E159F5D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39000" y="706525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957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19AFF0-25C9-EADA-E441-90955355FD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 1">
            <a:extLst>
              <a:ext uri="{FF2B5EF4-FFF2-40B4-BE49-F238E27FC236}">
                <a16:creationId xmlns:a16="http://schemas.microsoft.com/office/drawing/2014/main" id="{661684FA-E31C-DCBA-B98A-F4374BC788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13172" y="548745"/>
            <a:ext cx="6165452" cy="3269447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Systemarchitektur</a:t>
            </a:r>
          </a:p>
        </p:txBody>
      </p:sp>
    </p:spTree>
    <p:extLst>
      <p:ext uri="{BB962C8B-B14F-4D97-AF65-F5344CB8AC3E}">
        <p14:creationId xmlns:p14="http://schemas.microsoft.com/office/powerpoint/2010/main" val="37797382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47E902-F99C-CBCC-D560-8DC790D328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8AC77A6-F230-2703-7A38-9C58EC1E93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>
                <a:solidFill>
                  <a:schemeClr val="tx1"/>
                </a:solidFill>
              </a:rPr>
              <a:t>Systemarchitektur</a:t>
            </a:r>
          </a:p>
        </p:txBody>
      </p:sp>
      <p:sp>
        <p:nvSpPr>
          <p:cNvPr id="4" name="Rechteck: abgerundete Ecken 3">
            <a:extLst>
              <a:ext uri="{FF2B5EF4-FFF2-40B4-BE49-F238E27FC236}">
                <a16:creationId xmlns:a16="http://schemas.microsoft.com/office/drawing/2014/main" id="{99A9CCF0-7A9D-ADD1-0CB7-0A381A3C4F08}"/>
              </a:ext>
            </a:extLst>
          </p:cNvPr>
          <p:cNvSpPr/>
          <p:nvPr/>
        </p:nvSpPr>
        <p:spPr>
          <a:xfrm>
            <a:off x="542925" y="2428874"/>
            <a:ext cx="3695700" cy="169545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1F6F4D84-E9EA-069C-5C60-31F396A2C31C}"/>
              </a:ext>
            </a:extLst>
          </p:cNvPr>
          <p:cNvSpPr txBox="1"/>
          <p:nvPr/>
        </p:nvSpPr>
        <p:spPr>
          <a:xfrm>
            <a:off x="685800" y="2455305"/>
            <a:ext cx="10320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Backend</a:t>
            </a:r>
          </a:p>
        </p:txBody>
      </p:sp>
      <p:pic>
        <p:nvPicPr>
          <p:cNvPr id="6148" name="Picture 4" descr="Node.js&quot; Icon - Download for free – Iconduck">
            <a:extLst>
              <a:ext uri="{FF2B5EF4-FFF2-40B4-BE49-F238E27FC236}">
                <a16:creationId xmlns:a16="http://schemas.microsoft.com/office/drawing/2014/main" id="{3061847C-BC59-92F8-4DDB-5489BDBF12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9552" y="2912767"/>
            <a:ext cx="657225" cy="7411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AutoShape 6" descr="Prisma Vector Logo - Download Free SVG Icon | Worldvectorlogo">
            <a:extLst>
              <a:ext uri="{FF2B5EF4-FFF2-40B4-BE49-F238E27FC236}">
                <a16:creationId xmlns:a16="http://schemas.microsoft.com/office/drawing/2014/main" id="{6B04651F-12A0-7D52-F63A-9851CCDF9F9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7632477" y="-737869"/>
            <a:ext cx="2047875" cy="2047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314626EA-9E42-07CB-6B9D-463839759DF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203365" y="2604095"/>
            <a:ext cx="1620745" cy="636628"/>
          </a:xfrm>
          <a:prstGeom prst="rect">
            <a:avLst/>
          </a:prstGeom>
        </p:spPr>
      </p:pic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D85D5744-21B8-1B29-9EFF-0A4644E9B801}"/>
              </a:ext>
            </a:extLst>
          </p:cNvPr>
          <p:cNvSpPr/>
          <p:nvPr/>
        </p:nvSpPr>
        <p:spPr>
          <a:xfrm>
            <a:off x="542925" y="4710650"/>
            <a:ext cx="3695700" cy="169545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9E37176E-1CF0-F0C0-EBB3-95F646E20706}"/>
              </a:ext>
            </a:extLst>
          </p:cNvPr>
          <p:cNvSpPr txBox="1"/>
          <p:nvPr/>
        </p:nvSpPr>
        <p:spPr>
          <a:xfrm>
            <a:off x="685800" y="4737081"/>
            <a:ext cx="12697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Datenbank</a:t>
            </a:r>
          </a:p>
        </p:txBody>
      </p:sp>
      <p:sp>
        <p:nvSpPr>
          <p:cNvPr id="16" name="Pfeil: nach oben und unten 15">
            <a:extLst>
              <a:ext uri="{FF2B5EF4-FFF2-40B4-BE49-F238E27FC236}">
                <a16:creationId xmlns:a16="http://schemas.microsoft.com/office/drawing/2014/main" id="{9CDD5ABD-7681-F477-A701-01622159C875}"/>
              </a:ext>
            </a:extLst>
          </p:cNvPr>
          <p:cNvSpPr/>
          <p:nvPr/>
        </p:nvSpPr>
        <p:spPr>
          <a:xfrm>
            <a:off x="2197167" y="4155114"/>
            <a:ext cx="317432" cy="529444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Rechteck: abgerundete Ecken 21">
            <a:extLst>
              <a:ext uri="{FF2B5EF4-FFF2-40B4-BE49-F238E27FC236}">
                <a16:creationId xmlns:a16="http://schemas.microsoft.com/office/drawing/2014/main" id="{69767814-E873-874C-89D7-8CA55AEBFD6E}"/>
              </a:ext>
            </a:extLst>
          </p:cNvPr>
          <p:cNvSpPr/>
          <p:nvPr/>
        </p:nvSpPr>
        <p:spPr>
          <a:xfrm>
            <a:off x="6291072" y="4652629"/>
            <a:ext cx="3521142" cy="1811492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043725F3-76F7-0736-275B-73A492235D87}"/>
              </a:ext>
            </a:extLst>
          </p:cNvPr>
          <p:cNvSpPr txBox="1"/>
          <p:nvPr/>
        </p:nvSpPr>
        <p:spPr>
          <a:xfrm>
            <a:off x="6442008" y="4710989"/>
            <a:ext cx="15494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/>
              <a:t>Externe APIs</a:t>
            </a:r>
          </a:p>
        </p:txBody>
      </p:sp>
      <p:sp>
        <p:nvSpPr>
          <p:cNvPr id="25" name="Pfeil: nach oben und unten 24">
            <a:extLst>
              <a:ext uri="{FF2B5EF4-FFF2-40B4-BE49-F238E27FC236}">
                <a16:creationId xmlns:a16="http://schemas.microsoft.com/office/drawing/2014/main" id="{9899590F-A506-CD8F-773C-DF3FF592D551}"/>
              </a:ext>
            </a:extLst>
          </p:cNvPr>
          <p:cNvSpPr/>
          <p:nvPr/>
        </p:nvSpPr>
        <p:spPr>
          <a:xfrm rot="5400000">
            <a:off x="5116479" y="2322836"/>
            <a:ext cx="317432" cy="2047874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" name="Pfeil: nach oben und unten 25">
            <a:extLst>
              <a:ext uri="{FF2B5EF4-FFF2-40B4-BE49-F238E27FC236}">
                <a16:creationId xmlns:a16="http://schemas.microsoft.com/office/drawing/2014/main" id="{42142549-2E67-6F7D-C403-ADA44DC5932D}"/>
              </a:ext>
            </a:extLst>
          </p:cNvPr>
          <p:cNvSpPr/>
          <p:nvPr/>
        </p:nvSpPr>
        <p:spPr>
          <a:xfrm rot="17833237">
            <a:off x="5136671" y="3226366"/>
            <a:ext cx="317432" cy="2280008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AutoShape 2">
            <a:extLst>
              <a:ext uri="{FF2B5EF4-FFF2-40B4-BE49-F238E27FC236}">
                <a16:creationId xmlns:a16="http://schemas.microsoft.com/office/drawing/2014/main" id="{DF4F7AF0-7801-E2A8-D352-94DDEF572B6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200689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/>
          </a:p>
        </p:txBody>
      </p:sp>
      <p:sp>
        <p:nvSpPr>
          <p:cNvPr id="13" name="AutoShape 10">
            <a:extLst>
              <a:ext uri="{FF2B5EF4-FFF2-40B4-BE49-F238E27FC236}">
                <a16:creationId xmlns:a16="http://schemas.microsoft.com/office/drawing/2014/main" id="{225D23C7-0546-7358-BEDF-DD7E8AB6060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/>
          </a:p>
        </p:txBody>
      </p:sp>
      <p:sp>
        <p:nvSpPr>
          <p:cNvPr id="14" name="AutoShape 12">
            <a:extLst>
              <a:ext uri="{FF2B5EF4-FFF2-40B4-BE49-F238E27FC236}">
                <a16:creationId xmlns:a16="http://schemas.microsoft.com/office/drawing/2014/main" id="{40EC6E4F-8391-50F1-D6E1-21E37C0F5D6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/>
          </a:p>
        </p:txBody>
      </p:sp>
      <p:pic>
        <p:nvPicPr>
          <p:cNvPr id="1034" name="Picture 10" descr="25 Postgresql Icons, Logos, Symbols - Free Download in SVG, PNG, ICO |  IconScout">
            <a:extLst>
              <a:ext uri="{FF2B5EF4-FFF2-40B4-BE49-F238E27FC236}">
                <a16:creationId xmlns:a16="http://schemas.microsoft.com/office/drawing/2014/main" id="{C9C7287E-B966-2B32-A3CA-876944432B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98382" y="4955450"/>
            <a:ext cx="1269707" cy="12697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6" name="Picture 22">
            <a:extLst>
              <a:ext uri="{FF2B5EF4-FFF2-40B4-BE49-F238E27FC236}">
                <a16:creationId xmlns:a16="http://schemas.microsoft.com/office/drawing/2014/main" id="{D394549A-1FB6-58DB-CF78-BF80B4CFF5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38969" y="3483700"/>
            <a:ext cx="1649593" cy="5001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Rechteck: abgerundete Ecken 27">
            <a:extLst>
              <a:ext uri="{FF2B5EF4-FFF2-40B4-BE49-F238E27FC236}">
                <a16:creationId xmlns:a16="http://schemas.microsoft.com/office/drawing/2014/main" id="{4E257CAC-07DB-1305-C5A3-CC156F27AA13}"/>
              </a:ext>
            </a:extLst>
          </p:cNvPr>
          <p:cNvSpPr/>
          <p:nvPr/>
        </p:nvSpPr>
        <p:spPr>
          <a:xfrm>
            <a:off x="6248400" y="2455305"/>
            <a:ext cx="3695700" cy="169545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F2888D6D-C5BE-1EEC-739F-CDD2C1CCCB3C}"/>
              </a:ext>
            </a:extLst>
          </p:cNvPr>
          <p:cNvSpPr txBox="1"/>
          <p:nvPr/>
        </p:nvSpPr>
        <p:spPr>
          <a:xfrm>
            <a:off x="6391275" y="2481736"/>
            <a:ext cx="10590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Frontend</a:t>
            </a:r>
          </a:p>
        </p:txBody>
      </p:sp>
      <p:pic>
        <p:nvPicPr>
          <p:cNvPr id="8" name="Picture 4">
            <a:extLst>
              <a:ext uri="{FF2B5EF4-FFF2-40B4-BE49-F238E27FC236}">
                <a16:creationId xmlns:a16="http://schemas.microsoft.com/office/drawing/2014/main" id="{FB7D61C2-F51C-95EA-E5A9-533DC1B04B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03933" y="2925293"/>
            <a:ext cx="865670" cy="10164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10">
            <a:extLst>
              <a:ext uri="{FF2B5EF4-FFF2-40B4-BE49-F238E27FC236}">
                <a16:creationId xmlns:a16="http://schemas.microsoft.com/office/drawing/2014/main" id="{C952C4FF-DC7A-2FCF-AC0D-6791C9F438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91798" y="3143533"/>
            <a:ext cx="1988554" cy="5709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AutoShape 12" descr="spoonacular logo">
            <a:extLst>
              <a:ext uri="{FF2B5EF4-FFF2-40B4-BE49-F238E27FC236}">
                <a16:creationId xmlns:a16="http://schemas.microsoft.com/office/drawing/2014/main" id="{223409D2-606B-D065-02A1-B95A9DB19B1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248400" y="35814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/>
          </a:p>
        </p:txBody>
      </p:sp>
      <p:pic>
        <p:nvPicPr>
          <p:cNvPr id="1038" name="Picture 14" descr="spoonacular food companion - Apps on Google Play">
            <a:extLst>
              <a:ext uri="{FF2B5EF4-FFF2-40B4-BE49-F238E27FC236}">
                <a16:creationId xmlns:a16="http://schemas.microsoft.com/office/drawing/2014/main" id="{5DB76DA8-D5BD-7A44-F7C4-254F85D3AA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20779" y="5138681"/>
            <a:ext cx="971341" cy="971341"/>
          </a:xfrm>
          <a:prstGeom prst="ellipse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98385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 1">
            <a:extLst>
              <a:ext uri="{FF2B5EF4-FFF2-40B4-BE49-F238E27FC236}">
                <a16:creationId xmlns:a16="http://schemas.microsoft.com/office/drawing/2014/main" id="{12EAA093-E00B-31E9-0A13-71142E30E5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13172" y="548745"/>
            <a:ext cx="5277269" cy="3269447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 err="1"/>
              <a:t>Lessons</a:t>
            </a:r>
            <a:r>
              <a:rPr lang="de-DE" dirty="0"/>
              <a:t> </a:t>
            </a:r>
            <a:r>
              <a:rPr lang="de-DE" dirty="0" err="1"/>
              <a:t>learned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197146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1C3899-951A-866E-691B-5B3EDA9DCE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7C8FEB8-DA71-C406-7B8E-5835BE4864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8865" y="1790700"/>
            <a:ext cx="7451735" cy="4886325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DE" b="1" dirty="0" err="1"/>
              <a:t>Firebase</a:t>
            </a:r>
            <a:r>
              <a:rPr lang="de-DE" b="1" dirty="0"/>
              <a:t>-Integration: </a:t>
            </a:r>
            <a:r>
              <a:rPr lang="de-DE" dirty="0"/>
              <a:t>Ausgezeichnete Plattform für die Benutzer-Authentifizierung</a:t>
            </a:r>
          </a:p>
          <a:p>
            <a:r>
              <a:rPr lang="de-DE" b="1" dirty="0"/>
              <a:t>Automatisierte Tests und </a:t>
            </a:r>
            <a:r>
              <a:rPr lang="de-DE" b="1" dirty="0" err="1"/>
              <a:t>Deployment</a:t>
            </a:r>
            <a:r>
              <a:rPr lang="de-DE" b="1" dirty="0"/>
              <a:t>: </a:t>
            </a:r>
            <a:r>
              <a:rPr lang="de-DE" dirty="0"/>
              <a:t>Erheblich zur Qualität der App beigetragen, erleichtert Fehlererkennung enorm</a:t>
            </a:r>
          </a:p>
          <a:p>
            <a:r>
              <a:rPr lang="de-DE" b="1" dirty="0"/>
              <a:t>Herausforderung bei Zutatenerkennung: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de-DE" b="1" dirty="0"/>
              <a:t>Google Vision </a:t>
            </a:r>
            <a:r>
              <a:rPr lang="de-DE" b="1" dirty="0" err="1"/>
              <a:t>Api</a:t>
            </a:r>
            <a:r>
              <a:rPr lang="de-DE" b="1" dirty="0"/>
              <a:t>: </a:t>
            </a:r>
            <a:r>
              <a:rPr lang="de-DE" dirty="0"/>
              <a:t>Ursprünglich verwendete Lösung war unzuverlässig für unsere Anforderungen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de-DE" b="1" dirty="0"/>
              <a:t>Eigenes Modell: </a:t>
            </a:r>
            <a:r>
              <a:rPr lang="de-DE" dirty="0"/>
              <a:t>Herausforderung wegen unzureichender gelabelter Trainingsdaten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de-DE" b="1" dirty="0"/>
              <a:t>Endgültige Lösung: </a:t>
            </a:r>
            <a:r>
              <a:rPr lang="de-DE" dirty="0"/>
              <a:t>Umsetzung mit </a:t>
            </a:r>
            <a:r>
              <a:rPr lang="de-DE" dirty="0" err="1"/>
              <a:t>OpenAi</a:t>
            </a:r>
            <a:r>
              <a:rPr lang="de-DE" dirty="0"/>
              <a:t> im Backend beweist sich als sehr zuverlässig</a:t>
            </a:r>
            <a:r>
              <a:rPr lang="de-DE" b="1" dirty="0"/>
              <a:t>  </a:t>
            </a:r>
          </a:p>
        </p:txBody>
      </p:sp>
      <p:sp>
        <p:nvSpPr>
          <p:cNvPr id="5" name="Titel 1">
            <a:extLst>
              <a:ext uri="{FF2B5EF4-FFF2-40B4-BE49-F238E27FC236}">
                <a16:creationId xmlns:a16="http://schemas.microsoft.com/office/drawing/2014/main" id="{CD380BF6-4AB5-9EF3-D314-EA0BF6A77D61}"/>
              </a:ext>
            </a:extLst>
          </p:cNvPr>
          <p:cNvSpPr txBox="1">
            <a:spLocks/>
          </p:cNvSpPr>
          <p:nvPr/>
        </p:nvSpPr>
        <p:spPr>
          <a:xfrm>
            <a:off x="1158864" y="984336"/>
            <a:ext cx="9779183" cy="1273179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de-DE" dirty="0"/>
              <a:t>Technische Erkenntnisse</a:t>
            </a:r>
          </a:p>
          <a:p>
            <a:endParaRPr lang="de-DE" dirty="0"/>
          </a:p>
        </p:txBody>
      </p:sp>
      <p:pic>
        <p:nvPicPr>
          <p:cNvPr id="6" name="Grafik 5" descr="Idee Silhouette">
            <a:extLst>
              <a:ext uri="{FF2B5EF4-FFF2-40B4-BE49-F238E27FC236}">
                <a16:creationId xmlns:a16="http://schemas.microsoft.com/office/drawing/2014/main" id="{9B2ABA1D-9B3A-0E83-41AB-D44CE5FFDF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81850" y="826381"/>
            <a:ext cx="914400" cy="914400"/>
          </a:xfrm>
          <a:prstGeom prst="rect">
            <a:avLst/>
          </a:prstGeom>
        </p:spPr>
      </p:pic>
      <p:pic>
        <p:nvPicPr>
          <p:cNvPr id="8" name="Grafik 7" descr="Zahnräder Silhouette">
            <a:extLst>
              <a:ext uri="{FF2B5EF4-FFF2-40B4-BE49-F238E27FC236}">
                <a16:creationId xmlns:a16="http://schemas.microsoft.com/office/drawing/2014/main" id="{B1B2F978-F8CC-774A-CB31-563DB2BBB3F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524875" y="369181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28806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35E8D9-3ECB-1A7E-AA0F-6CE1E8FB0C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18919D4-60B4-5019-9B39-E98AC59BE8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8865" y="1790700"/>
            <a:ext cx="7451735" cy="4886325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DE" b="1" dirty="0"/>
              <a:t>Teamarbeit: </a:t>
            </a:r>
            <a:r>
              <a:rPr lang="de-DE" dirty="0"/>
              <a:t>Effizienzsteigerung durch ein kleines Team (2er-Team), da weniger Abstimmung und Kommunikationsaufwand benötigt wurde</a:t>
            </a:r>
          </a:p>
          <a:p>
            <a:r>
              <a:rPr lang="de-DE" b="1" dirty="0"/>
              <a:t>Flexibilität und Anpassung: </a:t>
            </a:r>
            <a:r>
              <a:rPr lang="de-DE" dirty="0"/>
              <a:t>Wichtigkeit der schnellen Anpassung von verschiedenen Lösungsansätzen bei Problemen</a:t>
            </a:r>
          </a:p>
          <a:p>
            <a:r>
              <a:rPr lang="de-DE" b="1" dirty="0"/>
              <a:t>Rollenverteilung und Verantwortlichkeiten</a:t>
            </a:r>
            <a:r>
              <a:rPr lang="de-DE" dirty="0"/>
              <a:t>: Klare Zuordnung von Aufgaben und Verantwortlichkeiten im Zwei-Personen-Team erleichterte das Projektmanagement und reduzierte Missverständnisse.</a:t>
            </a:r>
          </a:p>
          <a:p>
            <a:endParaRPr lang="de-DE" b="1" dirty="0"/>
          </a:p>
        </p:txBody>
      </p:sp>
      <p:sp>
        <p:nvSpPr>
          <p:cNvPr id="5" name="Titel 1">
            <a:extLst>
              <a:ext uri="{FF2B5EF4-FFF2-40B4-BE49-F238E27FC236}">
                <a16:creationId xmlns:a16="http://schemas.microsoft.com/office/drawing/2014/main" id="{F26CF07E-BD31-45D6-580C-03C841E92F31}"/>
              </a:ext>
            </a:extLst>
          </p:cNvPr>
          <p:cNvSpPr txBox="1">
            <a:spLocks/>
          </p:cNvSpPr>
          <p:nvPr/>
        </p:nvSpPr>
        <p:spPr>
          <a:xfrm>
            <a:off x="1158864" y="984336"/>
            <a:ext cx="9779183" cy="1273179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de-DE" dirty="0"/>
              <a:t>Organisatorische Erkenntnisse</a:t>
            </a:r>
          </a:p>
          <a:p>
            <a:endParaRPr lang="de-DE" dirty="0"/>
          </a:p>
        </p:txBody>
      </p:sp>
      <p:pic>
        <p:nvPicPr>
          <p:cNvPr id="2" name="Grafik 1" descr="Idee Silhouette">
            <a:extLst>
              <a:ext uri="{FF2B5EF4-FFF2-40B4-BE49-F238E27FC236}">
                <a16:creationId xmlns:a16="http://schemas.microsoft.com/office/drawing/2014/main" id="{680896E6-0E2E-37FD-5D42-D3BBA3C1AA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10525" y="47311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3100507"/>
      </p:ext>
    </p:extLst>
  </p:cSld>
  <p:clrMapOvr>
    <a:masterClrMapping/>
  </p:clrMapOvr>
</p:sld>
</file>

<file path=ppt/theme/theme1.xml><?xml version="1.0" encoding="utf-8"?>
<a:theme xmlns:a="http://schemas.openxmlformats.org/drawingml/2006/main" name="Facette">
  <a:themeElements>
    <a:clrScheme name="Facette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te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te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b7af3e86-f9f2-49b9-954a-ad5c33749f37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BC9111FB9E78DE45818A7A2ABBF8EDF5" ma:contentTypeVersion="6" ma:contentTypeDescription="Ein neues Dokument erstellen." ma:contentTypeScope="" ma:versionID="c45bf96cc1af40af3c8a90091e27dc3e">
  <xsd:schema xmlns:xsd="http://www.w3.org/2001/XMLSchema" xmlns:xs="http://www.w3.org/2001/XMLSchema" xmlns:p="http://schemas.microsoft.com/office/2006/metadata/properties" xmlns:ns3="b7af3e86-f9f2-49b9-954a-ad5c33749f37" targetNamespace="http://schemas.microsoft.com/office/2006/metadata/properties" ma:root="true" ma:fieldsID="0ffa99b0f2f1e6187cfe49a1cd52875f" ns3:_="">
    <xsd:import namespace="b7af3e86-f9f2-49b9-954a-ad5c33749f37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_activit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7af3e86-f9f2-49b9-954a-ad5c33749f37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13" nillable="true" ma:displayName="_activity" ma:hidden="true" ma:internalName="_activity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1E98C35-9ECE-4425-BCBA-00E118C705CE}">
  <ds:schemaRefs>
    <ds:schemaRef ds:uri="http://schemas.microsoft.com/office/2006/metadata/properties"/>
    <ds:schemaRef ds:uri="http://www.w3.org/XML/1998/namespace"/>
    <ds:schemaRef ds:uri="http://purl.org/dc/terms/"/>
    <ds:schemaRef ds:uri="http://schemas.microsoft.com/office/2006/documentManagement/types"/>
    <ds:schemaRef ds:uri="http://schemas.openxmlformats.org/package/2006/metadata/core-properties"/>
    <ds:schemaRef ds:uri="http://schemas.microsoft.com/office/infopath/2007/PartnerControls"/>
    <ds:schemaRef ds:uri="http://purl.org/dc/dcmitype/"/>
    <ds:schemaRef ds:uri="b7af3e86-f9f2-49b9-954a-ad5c33749f37"/>
    <ds:schemaRef ds:uri="http://purl.org/dc/elements/1.1/"/>
  </ds:schemaRefs>
</ds:datastoreItem>
</file>

<file path=customXml/itemProps2.xml><?xml version="1.0" encoding="utf-8"?>
<ds:datastoreItem xmlns:ds="http://schemas.openxmlformats.org/officeDocument/2006/customXml" ds:itemID="{45A8381C-73EB-48EA-B45F-7B7C8C7DF409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E7EEDD1-4774-4B18-AF2B-7A390A6B7ABD}">
  <ds:schemaRefs>
    <ds:schemaRef ds:uri="b7af3e86-f9f2-49b9-954a-ad5c33749f37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0</TotalTime>
  <Words>477</Words>
  <Application>Microsoft Office PowerPoint</Application>
  <PresentationFormat>Breitbild</PresentationFormat>
  <Paragraphs>81</Paragraphs>
  <Slides>15</Slides>
  <Notes>6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15</vt:i4>
      </vt:variant>
    </vt:vector>
  </HeadingPairs>
  <TitlesOfParts>
    <vt:vector size="20" baseType="lpstr">
      <vt:lpstr>Arial</vt:lpstr>
      <vt:lpstr>Calibri</vt:lpstr>
      <vt:lpstr>Trebuchet MS</vt:lpstr>
      <vt:lpstr>Wingdings 3</vt:lpstr>
      <vt:lpstr>Facette</vt:lpstr>
      <vt:lpstr> Dein smarter Küchenbegleiter</vt:lpstr>
      <vt:lpstr>Agenda</vt:lpstr>
      <vt:lpstr>Einführung</vt:lpstr>
      <vt:lpstr>PowerPoint-Präsentation</vt:lpstr>
      <vt:lpstr>Kontext der Entwicklung </vt:lpstr>
      <vt:lpstr>Produktidee</vt:lpstr>
      <vt:lpstr>PowerPoint-Präsentation</vt:lpstr>
      <vt:lpstr>PowerPoint-Präsentation</vt:lpstr>
      <vt:lpstr>PowerPoint-Präsentation</vt:lpstr>
      <vt:lpstr>PowerPoint-Präsentation</vt:lpstr>
      <vt:lpstr>Systemarchitektur</vt:lpstr>
      <vt:lpstr>Systemarchitektur</vt:lpstr>
      <vt:lpstr>Lessons learned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Bjarne Zaremba</dc:creator>
  <cp:lastModifiedBy>Bjarne Zaremba</cp:lastModifiedBy>
  <cp:revision>22</cp:revision>
  <dcterms:created xsi:type="dcterms:W3CDTF">2024-10-23T16:27:50Z</dcterms:created>
  <dcterms:modified xsi:type="dcterms:W3CDTF">2025-07-01T15:55:39Z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0x010100BC9111FB9E78DE45818A7A2ABBF8EDF5</vt:lpwstr>
  </property>
  <property fmtid="{D5CDD505-2E9C-101B-9397-08002B2CF9AE}" pid="3" name="MSIP_Label_215a8378-83c2-4201-92fb-48a2f1dbc791_Enabled">
    <vt:lpwstr>true</vt:lpwstr>
  </property>
  <property fmtid="{D5CDD505-2E9C-101B-9397-08002B2CF9AE}" pid="4" name="MSIP_Label_215a8378-83c2-4201-92fb-48a2f1dbc791_SetDate">
    <vt:lpwstr>2025-06-30T07:56:29Z</vt:lpwstr>
  </property>
  <property fmtid="{D5CDD505-2E9C-101B-9397-08002B2CF9AE}" pid="5" name="MSIP_Label_215a8378-83c2-4201-92fb-48a2f1dbc791_Method">
    <vt:lpwstr>Privileged</vt:lpwstr>
  </property>
  <property fmtid="{D5CDD505-2E9C-101B-9397-08002B2CF9AE}" pid="6" name="MSIP_Label_215a8378-83c2-4201-92fb-48a2f1dbc791_Name">
    <vt:lpwstr>Public</vt:lpwstr>
  </property>
  <property fmtid="{D5CDD505-2E9C-101B-9397-08002B2CF9AE}" pid="7" name="MSIP_Label_215a8378-83c2-4201-92fb-48a2f1dbc791_SiteId">
    <vt:lpwstr>e211c965-dd84-4c9f-bc3f-4215552a0857</vt:lpwstr>
  </property>
  <property fmtid="{D5CDD505-2E9C-101B-9397-08002B2CF9AE}" pid="8" name="MSIP_Label_215a8378-83c2-4201-92fb-48a2f1dbc791_ActionId">
    <vt:lpwstr>2b9bcb1b-33fc-4057-a379-6893b3651a05</vt:lpwstr>
  </property>
  <property fmtid="{D5CDD505-2E9C-101B-9397-08002B2CF9AE}" pid="9" name="MSIP_Label_215a8378-83c2-4201-92fb-48a2f1dbc791_ContentBits">
    <vt:lpwstr>2</vt:lpwstr>
  </property>
  <property fmtid="{D5CDD505-2E9C-101B-9397-08002B2CF9AE}" pid="10" name="MSIP_Label_215a8378-83c2-4201-92fb-48a2f1dbc791_Tag">
    <vt:lpwstr>10, 0, 1, 1</vt:lpwstr>
  </property>
  <property fmtid="{D5CDD505-2E9C-101B-9397-08002B2CF9AE}" pid="11" name="ClassificationContentMarkingFooterLocations">
    <vt:lpwstr>Benutzerdefinierte:8</vt:lpwstr>
  </property>
  <property fmtid="{D5CDD505-2E9C-101B-9397-08002B2CF9AE}" pid="12" name="ClassificationContentMarkingFooterText">
    <vt:lpwstr>Public</vt:lpwstr>
  </property>
</Properties>
</file>